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53" r:id="rId1"/>
  </p:sldMasterIdLst>
  <p:notesMasterIdLst>
    <p:notesMasterId r:id="rId17"/>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70" r:id="rId15"/>
    <p:sldId id="271" r:id="rId1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9753"/>
    <p:restoredTop sz="94676"/>
  </p:normalViewPr>
  <p:slideViewPr>
    <p:cSldViewPr snapToGrid="0">
      <p:cViewPr>
        <p:scale>
          <a:sx n="100" d="100"/>
          <a:sy n="100" d="100"/>
        </p:scale>
        <p:origin x="88" y="28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F5A93CE-EED9-E440-8379-3BBFE066D505}" type="datetimeFigureOut">
              <a:rPr lang="en-US" smtClean="0"/>
              <a:t>1/24/23</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6957506-EFE9-D44E-BE87-26CA5DB95EB8}" type="slidenum">
              <a:rPr lang="en-US" smtClean="0"/>
              <a:t>‹#›</a:t>
            </a:fld>
            <a:endParaRPr lang="en-US"/>
          </a:p>
        </p:txBody>
      </p:sp>
    </p:spTree>
    <p:extLst>
      <p:ext uri="{BB962C8B-B14F-4D97-AF65-F5344CB8AC3E}">
        <p14:creationId xmlns:p14="http://schemas.microsoft.com/office/powerpoint/2010/main" val="325615323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6957506-EFE9-D44E-BE87-26CA5DB95EB8}" type="slidenum">
              <a:rPr lang="en-US" smtClean="0"/>
              <a:t>10</a:t>
            </a:fld>
            <a:endParaRPr lang="en-US"/>
          </a:p>
        </p:txBody>
      </p:sp>
    </p:spTree>
    <p:extLst>
      <p:ext uri="{BB962C8B-B14F-4D97-AF65-F5344CB8AC3E}">
        <p14:creationId xmlns:p14="http://schemas.microsoft.com/office/powerpoint/2010/main" val="3318147558"/>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16934" y="0"/>
            <a:ext cx="12231160" cy="6856214"/>
            <a:chOff x="-16934" y="0"/>
            <a:chExt cx="12231160" cy="6856214"/>
          </a:xfrm>
        </p:grpSpPr>
        <p:pic>
          <p:nvPicPr>
            <p:cNvPr id="16" name="Picture 15" descr="HD-PanelTitleR1.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6" name="Rectangle 25"/>
            <p:cNvSpPr/>
            <p:nvPr/>
          </p:nvSpPr>
          <p:spPr>
            <a:xfrm>
              <a:off x="2328332" y="1540931"/>
              <a:ext cx="7543802" cy="3835401"/>
            </a:xfrm>
            <a:prstGeom prst="rect">
              <a:avLst/>
            </a:prstGeom>
            <a:noFill/>
            <a:ln w="15875">
              <a:miter lim="800000"/>
            </a:ln>
          </p:spPr>
          <p:style>
            <a:lnRef idx="1">
              <a:schemeClr val="accent1"/>
            </a:lnRef>
            <a:fillRef idx="3">
              <a:schemeClr val="accent1"/>
            </a:fillRef>
            <a:effectRef idx="2">
              <a:schemeClr val="accent1"/>
            </a:effectRef>
            <a:fontRef idx="minor">
              <a:schemeClr val="lt1"/>
            </a:fontRef>
          </p:style>
        </p:sp>
        <p:pic>
          <p:nvPicPr>
            <p:cNvPr id="17" name="Picture 16" descr="HDRibbonTitle-UniformTrim.png"/>
            <p:cNvPicPr>
              <a:picLocks noChangeAspect="1"/>
            </p:cNvPicPr>
            <p:nvPr/>
          </p:nvPicPr>
          <p:blipFill rotWithShape="1">
            <a:blip r:embed="rId3">
              <a:extLst>
                <a:ext uri="{28A0092B-C50C-407E-A947-70E740481C1C}">
                  <a14:useLocalDpi xmlns:a14="http://schemas.microsoft.com/office/drawing/2010/main" val="0"/>
                </a:ext>
              </a:extLst>
            </a:blip>
            <a:srcRect/>
            <a:stretch/>
          </p:blipFill>
          <p:spPr>
            <a:xfrm>
              <a:off x="-16934" y="3147609"/>
              <a:ext cx="2478024" cy="612648"/>
            </a:xfrm>
            <a:prstGeom prst="rect">
              <a:avLst/>
            </a:prstGeom>
          </p:spPr>
        </p:pic>
        <p:pic>
          <p:nvPicPr>
            <p:cNvPr id="20" name="Picture 19" descr="HDRibbonTitle-UniformTrim.png"/>
            <p:cNvPicPr>
              <a:picLocks noChangeAspect="1"/>
            </p:cNvPicPr>
            <p:nvPr/>
          </p:nvPicPr>
          <p:blipFill rotWithShape="1">
            <a:blip r:embed="rId3">
              <a:extLst>
                <a:ext uri="{28A0092B-C50C-407E-A947-70E740481C1C}">
                  <a14:useLocalDpi xmlns:a14="http://schemas.microsoft.com/office/drawing/2010/main" val="0"/>
                </a:ext>
              </a:extLst>
            </a:blip>
            <a:srcRect/>
            <a:stretch/>
          </p:blipFill>
          <p:spPr>
            <a:xfrm>
              <a:off x="9736202" y="3147609"/>
              <a:ext cx="2478024" cy="612648"/>
            </a:xfrm>
            <a:prstGeom prst="rect">
              <a:avLst/>
            </a:prstGeom>
          </p:spPr>
        </p:pic>
      </p:grpSp>
      <p:sp>
        <p:nvSpPr>
          <p:cNvPr id="2" name="Title 1"/>
          <p:cNvSpPr>
            <a:spLocks noGrp="1"/>
          </p:cNvSpPr>
          <p:nvPr>
            <p:ph type="ctrTitle"/>
          </p:nvPr>
        </p:nvSpPr>
        <p:spPr>
          <a:xfrm>
            <a:off x="2692398" y="1871131"/>
            <a:ext cx="6815669" cy="1515533"/>
          </a:xfrm>
        </p:spPr>
        <p:txBody>
          <a:bodyPr anchor="b">
            <a:noAutofit/>
          </a:bodyPr>
          <a:lstStyle>
            <a:lvl1pPr algn="ctr">
              <a:defRPr sz="5400">
                <a:effectLst/>
              </a:defRPr>
            </a:lvl1pPr>
          </a:lstStyle>
          <a:p>
            <a:r>
              <a:rPr lang="en-GB"/>
              <a:t>Click to edit Master title style</a:t>
            </a:r>
            <a:endParaRPr lang="en-US" dirty="0"/>
          </a:p>
        </p:txBody>
      </p:sp>
      <p:sp>
        <p:nvSpPr>
          <p:cNvPr id="3" name="Subtitle 2"/>
          <p:cNvSpPr>
            <a:spLocks noGrp="1"/>
          </p:cNvSpPr>
          <p:nvPr>
            <p:ph type="subTitle" idx="1"/>
          </p:nvPr>
        </p:nvSpPr>
        <p:spPr>
          <a:xfrm>
            <a:off x="2692398" y="3657597"/>
            <a:ext cx="6815669" cy="1320802"/>
          </a:xfrm>
        </p:spPr>
        <p:txBody>
          <a:bodyPr anchor="t">
            <a:normAutofit/>
          </a:bodyPr>
          <a:lstStyle>
            <a:lvl1pPr marL="0" indent="0" algn="ctr">
              <a:buNone/>
              <a:defRPr sz="21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GB"/>
              <a:t>Click to edit Master subtitle style</a:t>
            </a:r>
            <a:endParaRPr lang="en-US" dirty="0"/>
          </a:p>
        </p:txBody>
      </p:sp>
      <p:sp>
        <p:nvSpPr>
          <p:cNvPr id="4" name="Date Placeholder 3"/>
          <p:cNvSpPr>
            <a:spLocks noGrp="1"/>
          </p:cNvSpPr>
          <p:nvPr>
            <p:ph type="dt" sz="half" idx="10"/>
          </p:nvPr>
        </p:nvSpPr>
        <p:spPr>
          <a:xfrm>
            <a:off x="7983232" y="5037663"/>
            <a:ext cx="897467" cy="279400"/>
          </a:xfrm>
        </p:spPr>
        <p:txBody>
          <a:bodyPr/>
          <a:lstStyle/>
          <a:p>
            <a:fld id="{C485584D-7D79-4248-9986-4CA35242F944}" type="datetimeFigureOut">
              <a:rPr lang="en-US" smtClean="0"/>
              <a:t>1/24/23</a:t>
            </a:fld>
            <a:endParaRPr lang="en-US"/>
          </a:p>
        </p:txBody>
      </p:sp>
      <p:sp>
        <p:nvSpPr>
          <p:cNvPr id="5" name="Footer Placeholder 4"/>
          <p:cNvSpPr>
            <a:spLocks noGrp="1"/>
          </p:cNvSpPr>
          <p:nvPr>
            <p:ph type="ftr" sz="quarter" idx="11"/>
          </p:nvPr>
        </p:nvSpPr>
        <p:spPr>
          <a:xfrm>
            <a:off x="2692397" y="5037663"/>
            <a:ext cx="5214635" cy="279400"/>
          </a:xfrm>
        </p:spPr>
        <p:txBody>
          <a:bodyPr/>
          <a:lstStyle/>
          <a:p>
            <a:endParaRPr lang="en-US"/>
          </a:p>
        </p:txBody>
      </p:sp>
      <p:sp>
        <p:nvSpPr>
          <p:cNvPr id="6" name="Slide Number Placeholder 5"/>
          <p:cNvSpPr>
            <a:spLocks noGrp="1"/>
          </p:cNvSpPr>
          <p:nvPr>
            <p:ph type="sldNum" sz="quarter" idx="12"/>
          </p:nvPr>
        </p:nvSpPr>
        <p:spPr>
          <a:xfrm>
            <a:off x="8956900" y="5037663"/>
            <a:ext cx="551167" cy="279400"/>
          </a:xfrm>
        </p:spPr>
        <p:txBody>
          <a:bodyPr/>
          <a:lstStyle/>
          <a:p>
            <a:fld id="{19590046-DA73-4BBF-84B5-C08E6F75191A}" type="slidenum">
              <a:rPr lang="en-US" smtClean="0"/>
              <a:t>‹#›</a:t>
            </a:fld>
            <a:endParaRPr lang="en-US"/>
          </a:p>
        </p:txBody>
      </p:sp>
      <p:cxnSp>
        <p:nvCxnSpPr>
          <p:cNvPr id="15" name="Straight Connector 14"/>
          <p:cNvCxnSpPr/>
          <p:nvPr/>
        </p:nvCxnSpPr>
        <p:spPr>
          <a:xfrm>
            <a:off x="2692399" y="3522131"/>
            <a:ext cx="6815668" cy="0"/>
          </a:xfrm>
          <a:prstGeom prst="line">
            <a:avLst/>
          </a:prstGeom>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06712648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cxnSp>
        <p:nvCxnSpPr>
          <p:cNvPr id="7" name="Straight Connector 6"/>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p:txBody>
          <a:bodyPr/>
          <a:lstStyle/>
          <a:p>
            <a:r>
              <a:rPr lang="en-GB"/>
              <a:t>Click to edit Master title style</a:t>
            </a:r>
            <a:endParaRPr lang="en-US" dirty="0"/>
          </a:p>
        </p:txBody>
      </p:sp>
      <p:sp>
        <p:nvSpPr>
          <p:cNvPr id="3" name="Content Placeholder 2"/>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C485584D-7D79-4248-9986-4CA35242F944}" type="datetimeFigureOut">
              <a:rPr lang="en-US" smtClean="0"/>
              <a:t>1/24/23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9590046-DA73-4BBF-84B5-C08E6F75191A}" type="slidenum">
              <a:rPr lang="en-US" smtClean="0"/>
              <a:t>‹#›</a:t>
            </a:fld>
            <a:endParaRPr lang="en-US"/>
          </a:p>
        </p:txBody>
      </p:sp>
    </p:spTree>
    <p:extLst>
      <p:ext uri="{BB962C8B-B14F-4D97-AF65-F5344CB8AC3E}">
        <p14:creationId xmlns:p14="http://schemas.microsoft.com/office/powerpoint/2010/main" val="14625628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015069" y="1752606"/>
            <a:ext cx="8158688" cy="1822514"/>
          </a:xfrm>
        </p:spPr>
        <p:txBody>
          <a:bodyPr anchor="b">
            <a:normAutofit/>
          </a:bodyPr>
          <a:lstStyle>
            <a:lvl1pPr algn="ctr">
              <a:defRPr sz="4400" b="0" cap="none"/>
            </a:lvl1pPr>
          </a:lstStyle>
          <a:p>
            <a:r>
              <a:rPr lang="en-GB"/>
              <a:t>Click to edit Master title style</a:t>
            </a:r>
            <a:endParaRPr lang="en-US" dirty="0"/>
          </a:p>
        </p:txBody>
      </p:sp>
      <p:sp>
        <p:nvSpPr>
          <p:cNvPr id="3" name="Text Placeholder 2"/>
          <p:cNvSpPr>
            <a:spLocks noGrp="1"/>
          </p:cNvSpPr>
          <p:nvPr>
            <p:ph type="body" idx="1"/>
          </p:nvPr>
        </p:nvSpPr>
        <p:spPr>
          <a:xfrm>
            <a:off x="2015067" y="3846051"/>
            <a:ext cx="8158690" cy="954547"/>
          </a:xfrm>
        </p:spPr>
        <p:txBody>
          <a:bodyPr anchor="t">
            <a:normAutofit/>
          </a:bodyPr>
          <a:lstStyle>
            <a:lvl1pPr marL="0" indent="0" algn="ctr">
              <a:buNone/>
              <a:defRPr sz="24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GB"/>
              <a:t>Click to edit Master text styles</a:t>
            </a:r>
          </a:p>
        </p:txBody>
      </p:sp>
      <p:sp>
        <p:nvSpPr>
          <p:cNvPr id="4" name="Date Placeholder 3"/>
          <p:cNvSpPr>
            <a:spLocks noGrp="1"/>
          </p:cNvSpPr>
          <p:nvPr>
            <p:ph type="dt" sz="half" idx="10"/>
          </p:nvPr>
        </p:nvSpPr>
        <p:spPr/>
        <p:txBody>
          <a:bodyPr/>
          <a:lstStyle/>
          <a:p>
            <a:fld id="{C485584D-7D79-4248-9986-4CA35242F944}" type="datetimeFigureOut">
              <a:rPr lang="en-US" smtClean="0"/>
              <a:t>1/24/23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9590046-DA73-4BBF-84B5-C08E6F75191A}" type="slidenum">
              <a:rPr lang="en-US" smtClean="0"/>
              <a:t>‹#›</a:t>
            </a:fld>
            <a:endParaRPr lang="en-US"/>
          </a:p>
        </p:txBody>
      </p:sp>
      <p:cxnSp>
        <p:nvCxnSpPr>
          <p:cNvPr id="16" name="Straight Connector 15"/>
          <p:cNvCxnSpPr/>
          <p:nvPr/>
        </p:nvCxnSpPr>
        <p:spPr>
          <a:xfrm>
            <a:off x="2012723" y="3710585"/>
            <a:ext cx="8163380"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43216488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cxnSp>
        <p:nvCxnSpPr>
          <p:cNvPr id="8" name="Straight Connector 7"/>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p:txBody>
          <a:bodyPr/>
          <a:lstStyle/>
          <a:p>
            <a:r>
              <a:rPr lang="en-GB"/>
              <a:t>Click to edit Master title style</a:t>
            </a:r>
            <a:endParaRPr lang="en-US" dirty="0"/>
          </a:p>
        </p:txBody>
      </p:sp>
      <p:sp>
        <p:nvSpPr>
          <p:cNvPr id="3" name="Content Placeholder 2"/>
          <p:cNvSpPr>
            <a:spLocks noGrp="1"/>
          </p:cNvSpPr>
          <p:nvPr>
            <p:ph sz="half" idx="1"/>
          </p:nvPr>
        </p:nvSpPr>
        <p:spPr>
          <a:xfrm>
            <a:off x="1298448" y="2560320"/>
            <a:ext cx="4718304" cy="3310128"/>
          </a:xfrm>
        </p:spPr>
        <p:txBody>
          <a:bodyPr>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Content Placeholder 3"/>
          <p:cNvSpPr>
            <a:spLocks noGrp="1"/>
          </p:cNvSpPr>
          <p:nvPr>
            <p:ph sz="half" idx="2"/>
          </p:nvPr>
        </p:nvSpPr>
        <p:spPr>
          <a:xfrm>
            <a:off x="6181344" y="2560320"/>
            <a:ext cx="4718304" cy="3310128"/>
          </a:xfrm>
        </p:spPr>
        <p:txBody>
          <a:bodyPr>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5" name="Date Placeholder 4"/>
          <p:cNvSpPr>
            <a:spLocks noGrp="1"/>
          </p:cNvSpPr>
          <p:nvPr>
            <p:ph type="dt" sz="half" idx="10"/>
          </p:nvPr>
        </p:nvSpPr>
        <p:spPr/>
        <p:txBody>
          <a:bodyPr/>
          <a:lstStyle/>
          <a:p>
            <a:fld id="{C485584D-7D79-4248-9986-4CA35242F944}" type="datetimeFigureOut">
              <a:rPr lang="en-US" smtClean="0"/>
              <a:t>1/24/23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9590046-DA73-4BBF-84B5-C08E6F75191A}" type="slidenum">
              <a:rPr lang="en-US" smtClean="0"/>
              <a:t>‹#›</a:t>
            </a:fld>
            <a:endParaRPr lang="en-US"/>
          </a:p>
        </p:txBody>
      </p:sp>
    </p:spTree>
    <p:extLst>
      <p:ext uri="{BB962C8B-B14F-4D97-AF65-F5344CB8AC3E}">
        <p14:creationId xmlns:p14="http://schemas.microsoft.com/office/powerpoint/2010/main" val="373453178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GB"/>
              <a:t>Click to edit Master title style</a:t>
            </a:r>
            <a:endParaRPr lang="en-US" dirty="0"/>
          </a:p>
        </p:txBody>
      </p:sp>
      <p:sp>
        <p:nvSpPr>
          <p:cNvPr id="3" name="Text Placeholder 2"/>
          <p:cNvSpPr>
            <a:spLocks noGrp="1"/>
          </p:cNvSpPr>
          <p:nvPr>
            <p:ph type="body" idx="1"/>
          </p:nvPr>
        </p:nvSpPr>
        <p:spPr>
          <a:xfrm>
            <a:off x="1295400" y="2658533"/>
            <a:ext cx="4718304" cy="576262"/>
          </a:xfrm>
        </p:spPr>
        <p:txBody>
          <a:bodyPr anchor="b">
            <a:noAutofit/>
          </a:bodyPr>
          <a:lstStyle>
            <a:lvl1pPr marL="0" indent="0">
              <a:spcBef>
                <a:spcPts val="672"/>
              </a:spcBef>
              <a:spcAft>
                <a:spcPts val="600"/>
              </a:spcAft>
              <a:buNone/>
              <a:defRPr sz="28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p:cNvSpPr>
            <a:spLocks noGrp="1"/>
          </p:cNvSpPr>
          <p:nvPr>
            <p:ph sz="half" idx="2"/>
          </p:nvPr>
        </p:nvSpPr>
        <p:spPr>
          <a:xfrm>
            <a:off x="1295400" y="3243262"/>
            <a:ext cx="4718304" cy="2632605"/>
          </a:xfrm>
        </p:spPr>
        <p:txBody>
          <a:bodyPr anchor="t">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5" name="Text Placeholder 4"/>
          <p:cNvSpPr>
            <a:spLocks noGrp="1"/>
          </p:cNvSpPr>
          <p:nvPr>
            <p:ph type="body" sz="quarter" idx="3"/>
          </p:nvPr>
        </p:nvSpPr>
        <p:spPr>
          <a:xfrm>
            <a:off x="6180670" y="2658533"/>
            <a:ext cx="4718304" cy="576262"/>
          </a:xfrm>
        </p:spPr>
        <p:txBody>
          <a:bodyPr anchor="b">
            <a:noAutofit/>
          </a:bodyPr>
          <a:lstStyle>
            <a:lvl1pPr marL="0" indent="0">
              <a:spcBef>
                <a:spcPts val="672"/>
              </a:spcBef>
              <a:spcAft>
                <a:spcPts val="600"/>
              </a:spcAft>
              <a:buNone/>
              <a:defRPr sz="28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p:cNvSpPr>
            <a:spLocks noGrp="1"/>
          </p:cNvSpPr>
          <p:nvPr>
            <p:ph sz="quarter" idx="4"/>
          </p:nvPr>
        </p:nvSpPr>
        <p:spPr>
          <a:xfrm>
            <a:off x="6180670" y="3243262"/>
            <a:ext cx="4718304" cy="2632605"/>
          </a:xfrm>
        </p:spPr>
        <p:txBody>
          <a:bodyPr anchor="t">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7" name="Date Placeholder 6"/>
          <p:cNvSpPr>
            <a:spLocks noGrp="1"/>
          </p:cNvSpPr>
          <p:nvPr>
            <p:ph type="dt" sz="half" idx="10"/>
          </p:nvPr>
        </p:nvSpPr>
        <p:spPr/>
        <p:txBody>
          <a:bodyPr/>
          <a:lstStyle/>
          <a:p>
            <a:fld id="{C485584D-7D79-4248-9986-4CA35242F944}" type="datetimeFigureOut">
              <a:rPr lang="en-US" smtClean="0"/>
              <a:t>1/24/23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19590046-DA73-4BBF-84B5-C08E6F75191A}" type="slidenum">
              <a:rPr lang="en-US" smtClean="0"/>
              <a:t>‹#›</a:t>
            </a:fld>
            <a:endParaRPr lang="en-US"/>
          </a:p>
        </p:txBody>
      </p:sp>
      <p:cxnSp>
        <p:nvCxnSpPr>
          <p:cNvPr id="18" name="Straight Connector 17"/>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17890901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Date Placeholder 2"/>
          <p:cNvSpPr>
            <a:spLocks noGrp="1"/>
          </p:cNvSpPr>
          <p:nvPr>
            <p:ph type="dt" sz="half" idx="10"/>
          </p:nvPr>
        </p:nvSpPr>
        <p:spPr/>
        <p:txBody>
          <a:bodyPr/>
          <a:lstStyle/>
          <a:p>
            <a:fld id="{C485584D-7D79-4248-9986-4CA35242F944}" type="datetimeFigureOut">
              <a:rPr lang="en-US" smtClean="0"/>
              <a:t>1/24/23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19590046-DA73-4BBF-84B5-C08E6F75191A}" type="slidenum">
              <a:rPr lang="en-US" smtClean="0"/>
              <a:t>‹#›</a:t>
            </a:fld>
            <a:endParaRPr lang="en-US"/>
          </a:p>
        </p:txBody>
      </p:sp>
      <p:cxnSp>
        <p:nvCxnSpPr>
          <p:cNvPr id="14" name="Straight Connector 13"/>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3944494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485584D-7D79-4248-9986-4CA35242F944}" type="datetimeFigureOut">
              <a:rPr lang="en-US" smtClean="0"/>
              <a:t>1/24/23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19590046-DA73-4BBF-84B5-C08E6F75191A}" type="slidenum">
              <a:rPr lang="en-US" smtClean="0"/>
              <a:t>‹#›</a:t>
            </a:fld>
            <a:endParaRPr lang="en-US"/>
          </a:p>
        </p:txBody>
      </p:sp>
    </p:spTree>
    <p:extLst>
      <p:ext uri="{BB962C8B-B14F-4D97-AF65-F5344CB8AC3E}">
        <p14:creationId xmlns:p14="http://schemas.microsoft.com/office/powerpoint/2010/main" val="32284461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93811" y="1388534"/>
            <a:ext cx="3718455" cy="1371600"/>
          </a:xfrm>
        </p:spPr>
        <p:txBody>
          <a:bodyPr anchor="b">
            <a:normAutofit/>
          </a:bodyPr>
          <a:lstStyle>
            <a:lvl1pPr algn="ctr">
              <a:defRPr sz="2400" b="0"/>
            </a:lvl1pPr>
          </a:lstStyle>
          <a:p>
            <a:r>
              <a:rPr lang="en-GB"/>
              <a:t>Click to edit Master title style</a:t>
            </a:r>
            <a:endParaRPr lang="en-US" dirty="0"/>
          </a:p>
        </p:txBody>
      </p:sp>
      <p:sp>
        <p:nvSpPr>
          <p:cNvPr id="3" name="Content Placeholder 2"/>
          <p:cNvSpPr>
            <a:spLocks noGrp="1"/>
          </p:cNvSpPr>
          <p:nvPr>
            <p:ph idx="1"/>
          </p:nvPr>
        </p:nvSpPr>
        <p:spPr>
          <a:xfrm>
            <a:off x="5418668" y="982131"/>
            <a:ext cx="5469466" cy="4893735"/>
          </a:xfrm>
        </p:spPr>
        <p:txBody>
          <a:bodyPr anchor="ctr">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Text Placeholder 3"/>
          <p:cNvSpPr>
            <a:spLocks noGrp="1"/>
          </p:cNvSpPr>
          <p:nvPr>
            <p:ph type="body" sz="half" idx="2"/>
          </p:nvPr>
        </p:nvSpPr>
        <p:spPr>
          <a:xfrm>
            <a:off x="1293811" y="3031065"/>
            <a:ext cx="3718455" cy="2438404"/>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5" name="Date Placeholder 4"/>
          <p:cNvSpPr>
            <a:spLocks noGrp="1"/>
          </p:cNvSpPr>
          <p:nvPr>
            <p:ph type="dt" sz="half" idx="10"/>
          </p:nvPr>
        </p:nvSpPr>
        <p:spPr/>
        <p:txBody>
          <a:bodyPr/>
          <a:lstStyle/>
          <a:p>
            <a:fld id="{C485584D-7D79-4248-9986-4CA35242F944}" type="datetimeFigureOut">
              <a:rPr lang="en-US" smtClean="0"/>
              <a:t>1/24/23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9590046-DA73-4BBF-84B5-C08E6F75191A}" type="slidenum">
              <a:rPr lang="en-US" smtClean="0"/>
              <a:t>‹#›</a:t>
            </a:fld>
            <a:endParaRPr lang="en-US"/>
          </a:p>
        </p:txBody>
      </p:sp>
      <p:cxnSp>
        <p:nvCxnSpPr>
          <p:cNvPr id="16" name="Straight Connector 15"/>
          <p:cNvCxnSpPr/>
          <p:nvPr/>
        </p:nvCxnSpPr>
        <p:spPr>
          <a:xfrm>
            <a:off x="1396169" y="2912533"/>
            <a:ext cx="35144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23013674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95399" y="1883832"/>
            <a:ext cx="6241816" cy="1371600"/>
          </a:xfrm>
        </p:spPr>
        <p:txBody>
          <a:bodyPr anchor="b">
            <a:normAutofit/>
          </a:bodyPr>
          <a:lstStyle>
            <a:lvl1pPr algn="ctr">
              <a:defRPr sz="2800" b="0"/>
            </a:lvl1pPr>
          </a:lstStyle>
          <a:p>
            <a:r>
              <a:rPr lang="en-GB"/>
              <a:t>Click to edit Master title style</a:t>
            </a:r>
            <a:endParaRPr lang="en-US" dirty="0"/>
          </a:p>
        </p:txBody>
      </p:sp>
      <p:sp>
        <p:nvSpPr>
          <p:cNvPr id="17" name="Picture Placeholder 2"/>
          <p:cNvSpPr>
            <a:spLocks noGrp="1" noChangeAspect="1"/>
          </p:cNvSpPr>
          <p:nvPr>
            <p:ph type="pic" idx="1"/>
          </p:nvPr>
        </p:nvSpPr>
        <p:spPr>
          <a:xfrm>
            <a:off x="8094831" y="1041400"/>
            <a:ext cx="3063347" cy="4775200"/>
          </a:xfrm>
          <a:prstGeom prst="roundRect">
            <a:avLst>
              <a:gd name="adj" fmla="val 0"/>
            </a:avLst>
          </a:prstGeom>
          <a:ln w="57150" cmpd="thickThin">
            <a:solidFill>
              <a:schemeClr val="tx1">
                <a:lumMod val="50000"/>
                <a:lumOff val="50000"/>
              </a:schemeClr>
            </a:solidFill>
            <a:miter lim="800000"/>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GB"/>
              <a:t>Click icon to add picture</a:t>
            </a:r>
            <a:endParaRPr lang="en-US" dirty="0"/>
          </a:p>
        </p:txBody>
      </p:sp>
      <p:sp>
        <p:nvSpPr>
          <p:cNvPr id="4" name="Text Placeholder 3"/>
          <p:cNvSpPr>
            <a:spLocks noGrp="1"/>
          </p:cNvSpPr>
          <p:nvPr>
            <p:ph type="body" sz="half" idx="2"/>
          </p:nvPr>
        </p:nvSpPr>
        <p:spPr>
          <a:xfrm>
            <a:off x="1295399" y="3255432"/>
            <a:ext cx="6241816" cy="1828800"/>
          </a:xfrm>
        </p:spPr>
        <p:txBody>
          <a:bodyPr anchor="t">
            <a:normAutofit/>
          </a:bodyPr>
          <a:lstStyle>
            <a:lvl1pPr marL="0" indent="0" algn="ctr">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5" name="Date Placeholder 4"/>
          <p:cNvSpPr>
            <a:spLocks noGrp="1"/>
          </p:cNvSpPr>
          <p:nvPr>
            <p:ph type="dt" sz="half" idx="10"/>
          </p:nvPr>
        </p:nvSpPr>
        <p:spPr/>
        <p:txBody>
          <a:bodyPr/>
          <a:lstStyle/>
          <a:p>
            <a:fld id="{C485584D-7D79-4248-9986-4CA35242F944}" type="datetimeFigureOut">
              <a:rPr lang="en-US" smtClean="0"/>
              <a:t>1/24/23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9590046-DA73-4BBF-84B5-C08E6F75191A}" type="slidenum">
              <a:rPr lang="en-US" smtClean="0"/>
              <a:t>‹#›</a:t>
            </a:fld>
            <a:endParaRPr lang="en-US"/>
          </a:p>
        </p:txBody>
      </p:sp>
    </p:spTree>
    <p:extLst>
      <p:ext uri="{BB962C8B-B14F-4D97-AF65-F5344CB8AC3E}">
        <p14:creationId xmlns:p14="http://schemas.microsoft.com/office/powerpoint/2010/main" val="219306127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95401" y="4815415"/>
            <a:ext cx="9609666" cy="566738"/>
          </a:xfrm>
        </p:spPr>
        <p:txBody>
          <a:bodyPr anchor="b">
            <a:normAutofit/>
          </a:bodyPr>
          <a:lstStyle>
            <a:lvl1pPr algn="ctr">
              <a:defRPr sz="2400" b="0"/>
            </a:lvl1pPr>
          </a:lstStyle>
          <a:p>
            <a:r>
              <a:rPr lang="en-GB"/>
              <a:t>Click to edit Master title style</a:t>
            </a:r>
            <a:endParaRPr lang="en-US" dirty="0"/>
          </a:p>
        </p:txBody>
      </p:sp>
      <p:sp>
        <p:nvSpPr>
          <p:cNvPr id="3" name="Picture Placeholder 2"/>
          <p:cNvSpPr>
            <a:spLocks noGrp="1" noChangeAspect="1"/>
          </p:cNvSpPr>
          <p:nvPr>
            <p:ph type="pic" idx="1"/>
          </p:nvPr>
        </p:nvSpPr>
        <p:spPr>
          <a:xfrm>
            <a:off x="1041427" y="1041399"/>
            <a:ext cx="10105972" cy="3335869"/>
          </a:xfrm>
          <a:prstGeom prst="roundRect">
            <a:avLst>
              <a:gd name="adj" fmla="val 0"/>
            </a:avLst>
          </a:prstGeom>
          <a:ln w="57150" cmpd="thickThin">
            <a:solidFill>
              <a:schemeClr val="tx1">
                <a:lumMod val="50000"/>
                <a:lumOff val="50000"/>
              </a:schemeClr>
            </a:solidFill>
            <a:miter lim="800000"/>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GB"/>
              <a:t>Click icon to add picture</a:t>
            </a:r>
            <a:endParaRPr lang="en-US" dirty="0"/>
          </a:p>
        </p:txBody>
      </p:sp>
      <p:sp>
        <p:nvSpPr>
          <p:cNvPr id="4" name="Text Placeholder 3"/>
          <p:cNvSpPr>
            <a:spLocks noGrp="1"/>
          </p:cNvSpPr>
          <p:nvPr>
            <p:ph type="body" sz="half" idx="2"/>
          </p:nvPr>
        </p:nvSpPr>
        <p:spPr>
          <a:xfrm>
            <a:off x="1295401" y="5382153"/>
            <a:ext cx="9609666" cy="493712"/>
          </a:xfrm>
        </p:spPr>
        <p:txBody>
          <a:bodyPr>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5" name="Date Placeholder 4"/>
          <p:cNvSpPr>
            <a:spLocks noGrp="1"/>
          </p:cNvSpPr>
          <p:nvPr>
            <p:ph type="dt" sz="half" idx="10"/>
          </p:nvPr>
        </p:nvSpPr>
        <p:spPr/>
        <p:txBody>
          <a:bodyPr/>
          <a:lstStyle/>
          <a:p>
            <a:fld id="{C485584D-7D79-4248-9986-4CA35242F944}" type="datetimeFigureOut">
              <a:rPr lang="en-US" smtClean="0"/>
              <a:t>1/24/23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9590046-DA73-4BBF-84B5-C08E6F75191A}" type="slidenum">
              <a:rPr lang="en-US" smtClean="0"/>
              <a:t>‹#›</a:t>
            </a:fld>
            <a:endParaRPr lang="en-US"/>
          </a:p>
        </p:txBody>
      </p:sp>
    </p:spTree>
    <p:extLst>
      <p:ext uri="{BB962C8B-B14F-4D97-AF65-F5344CB8AC3E}">
        <p14:creationId xmlns:p14="http://schemas.microsoft.com/office/powerpoint/2010/main" val="209824073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303868" y="982132"/>
            <a:ext cx="9592732" cy="2954868"/>
          </a:xfrm>
        </p:spPr>
        <p:txBody>
          <a:bodyPr anchor="ctr">
            <a:normAutofit/>
          </a:bodyPr>
          <a:lstStyle>
            <a:lvl1pPr algn="ctr">
              <a:defRPr sz="3200" b="0" cap="none"/>
            </a:lvl1pPr>
          </a:lstStyle>
          <a:p>
            <a:r>
              <a:rPr lang="en-GB"/>
              <a:t>Click to edit Master title style</a:t>
            </a:r>
            <a:endParaRPr lang="en-US" dirty="0"/>
          </a:p>
        </p:txBody>
      </p:sp>
      <p:sp>
        <p:nvSpPr>
          <p:cNvPr id="3" name="Text Placeholder 2"/>
          <p:cNvSpPr>
            <a:spLocks noGrp="1"/>
          </p:cNvSpPr>
          <p:nvPr>
            <p:ph type="body" idx="1"/>
          </p:nvPr>
        </p:nvSpPr>
        <p:spPr>
          <a:xfrm>
            <a:off x="1303868" y="4343399"/>
            <a:ext cx="9592732" cy="1532467"/>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GB"/>
              <a:t>Click to edit Master text styles</a:t>
            </a:r>
          </a:p>
        </p:txBody>
      </p:sp>
      <p:sp>
        <p:nvSpPr>
          <p:cNvPr id="4" name="Date Placeholder 3"/>
          <p:cNvSpPr>
            <a:spLocks noGrp="1"/>
          </p:cNvSpPr>
          <p:nvPr>
            <p:ph type="dt" sz="half" idx="10"/>
          </p:nvPr>
        </p:nvSpPr>
        <p:spPr/>
        <p:txBody>
          <a:bodyPr/>
          <a:lstStyle/>
          <a:p>
            <a:fld id="{C485584D-7D79-4248-9986-4CA35242F944}" type="datetimeFigureOut">
              <a:rPr lang="en-US" smtClean="0"/>
              <a:t>1/24/23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9590046-DA73-4BBF-84B5-C08E6F75191A}" type="slidenum">
              <a:rPr lang="en-US" smtClean="0"/>
              <a:t>‹#›</a:t>
            </a:fld>
            <a:endParaRPr lang="en-US"/>
          </a:p>
        </p:txBody>
      </p:sp>
      <p:cxnSp>
        <p:nvCxnSpPr>
          <p:cNvPr id="15" name="Straight Connector 14"/>
          <p:cNvCxnSpPr/>
          <p:nvPr/>
        </p:nvCxnSpPr>
        <p:spPr>
          <a:xfrm>
            <a:off x="1396169" y="4140199"/>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92554750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6213" y="982132"/>
            <a:ext cx="9296398" cy="2370668"/>
          </a:xfrm>
        </p:spPr>
        <p:txBody>
          <a:bodyPr anchor="ctr">
            <a:normAutofit/>
          </a:bodyPr>
          <a:lstStyle>
            <a:lvl1pPr algn="ctr">
              <a:defRPr sz="3200" b="0" cap="none">
                <a:solidFill>
                  <a:schemeClr val="tx1"/>
                </a:solidFill>
              </a:defRPr>
            </a:lvl1pPr>
          </a:lstStyle>
          <a:p>
            <a:r>
              <a:rPr lang="en-GB"/>
              <a:t>Click to edit Master title style</a:t>
            </a:r>
            <a:endParaRPr lang="en-US" dirty="0"/>
          </a:p>
        </p:txBody>
      </p:sp>
      <p:sp>
        <p:nvSpPr>
          <p:cNvPr id="10" name="Text Placeholder 9"/>
          <p:cNvSpPr>
            <a:spLocks noGrp="1"/>
          </p:cNvSpPr>
          <p:nvPr>
            <p:ph type="body" sz="quarter" idx="13"/>
          </p:nvPr>
        </p:nvSpPr>
        <p:spPr>
          <a:xfrm>
            <a:off x="1674812" y="3352800"/>
            <a:ext cx="8839202" cy="584200"/>
          </a:xfrm>
        </p:spPr>
        <p:txBody>
          <a:bodyPr anchor="ctr">
            <a:normAutofit/>
          </a:bodyPr>
          <a:lstStyle>
            <a:lvl1pPr marL="0" indent="0" algn="r">
              <a:buFontTx/>
              <a:buNone/>
              <a:defRPr sz="20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GB"/>
              <a:t>Click to edit Master text styles</a:t>
            </a:r>
          </a:p>
        </p:txBody>
      </p:sp>
      <p:sp>
        <p:nvSpPr>
          <p:cNvPr id="3" name="Text Placeholder 2"/>
          <p:cNvSpPr>
            <a:spLocks noGrp="1"/>
          </p:cNvSpPr>
          <p:nvPr>
            <p:ph type="body" idx="1"/>
          </p:nvPr>
        </p:nvSpPr>
        <p:spPr>
          <a:xfrm>
            <a:off x="1295401" y="4343399"/>
            <a:ext cx="9609666" cy="1532467"/>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GB"/>
              <a:t>Click to edit Master text styles</a:t>
            </a:r>
          </a:p>
        </p:txBody>
      </p:sp>
      <p:sp>
        <p:nvSpPr>
          <p:cNvPr id="4" name="Date Placeholder 3"/>
          <p:cNvSpPr>
            <a:spLocks noGrp="1"/>
          </p:cNvSpPr>
          <p:nvPr>
            <p:ph type="dt" sz="half" idx="10"/>
          </p:nvPr>
        </p:nvSpPr>
        <p:spPr/>
        <p:txBody>
          <a:bodyPr/>
          <a:lstStyle/>
          <a:p>
            <a:fld id="{C485584D-7D79-4248-9986-4CA35242F944}" type="datetimeFigureOut">
              <a:rPr lang="en-US" smtClean="0"/>
              <a:t>1/24/23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9590046-DA73-4BBF-84B5-C08E6F75191A}" type="slidenum">
              <a:rPr lang="en-US" smtClean="0"/>
              <a:t>‹#›</a:t>
            </a:fld>
            <a:endParaRPr lang="en-US"/>
          </a:p>
        </p:txBody>
      </p:sp>
      <p:sp>
        <p:nvSpPr>
          <p:cNvPr id="14" name="TextBox 13"/>
          <p:cNvSpPr txBox="1"/>
          <p:nvPr/>
        </p:nvSpPr>
        <p:spPr>
          <a:xfrm>
            <a:off x="862013" y="879961"/>
            <a:ext cx="609600"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5" name="TextBox 14"/>
          <p:cNvSpPr txBox="1"/>
          <p:nvPr/>
        </p:nvSpPr>
        <p:spPr>
          <a:xfrm>
            <a:off x="10600267" y="2827870"/>
            <a:ext cx="609600"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cxnSp>
        <p:nvCxnSpPr>
          <p:cNvPr id="19" name="Straight Connector 18"/>
          <p:cNvCxnSpPr/>
          <p:nvPr/>
        </p:nvCxnSpPr>
        <p:spPr>
          <a:xfrm>
            <a:off x="1396169" y="4140199"/>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14594582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295402" y="3308581"/>
            <a:ext cx="9609668" cy="1468800"/>
          </a:xfrm>
        </p:spPr>
        <p:txBody>
          <a:bodyPr anchor="b">
            <a:normAutofit/>
          </a:bodyPr>
          <a:lstStyle>
            <a:lvl1pPr algn="l">
              <a:defRPr sz="3200" b="0" cap="none"/>
            </a:lvl1pPr>
          </a:lstStyle>
          <a:p>
            <a:r>
              <a:rPr lang="en-GB"/>
              <a:t>Click to edit Master title style</a:t>
            </a:r>
            <a:endParaRPr lang="en-US" dirty="0"/>
          </a:p>
        </p:txBody>
      </p:sp>
      <p:sp>
        <p:nvSpPr>
          <p:cNvPr id="3" name="Text Placeholder 2"/>
          <p:cNvSpPr>
            <a:spLocks noGrp="1"/>
          </p:cNvSpPr>
          <p:nvPr>
            <p:ph type="body" idx="1"/>
          </p:nvPr>
        </p:nvSpPr>
        <p:spPr>
          <a:xfrm>
            <a:off x="1295401" y="4777381"/>
            <a:ext cx="9609668" cy="860400"/>
          </a:xfrm>
        </p:spPr>
        <p:txBody>
          <a:bodyPr anchor="t">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GB"/>
              <a:t>Click to edit Master text styles</a:t>
            </a:r>
          </a:p>
        </p:txBody>
      </p:sp>
      <p:sp>
        <p:nvSpPr>
          <p:cNvPr id="4" name="Date Placeholder 3"/>
          <p:cNvSpPr>
            <a:spLocks noGrp="1"/>
          </p:cNvSpPr>
          <p:nvPr>
            <p:ph type="dt" sz="half" idx="10"/>
          </p:nvPr>
        </p:nvSpPr>
        <p:spPr/>
        <p:txBody>
          <a:bodyPr/>
          <a:lstStyle/>
          <a:p>
            <a:fld id="{C485584D-7D79-4248-9986-4CA35242F944}" type="datetimeFigureOut">
              <a:rPr lang="en-US" smtClean="0"/>
              <a:t>1/24/23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9590046-DA73-4BBF-84B5-C08E6F75191A}" type="slidenum">
              <a:rPr lang="en-US" smtClean="0"/>
              <a:t>‹#›</a:t>
            </a:fld>
            <a:endParaRPr lang="en-US"/>
          </a:p>
        </p:txBody>
      </p:sp>
    </p:spTree>
    <p:extLst>
      <p:ext uri="{BB962C8B-B14F-4D97-AF65-F5344CB8AC3E}">
        <p14:creationId xmlns:p14="http://schemas.microsoft.com/office/powerpoint/2010/main" val="121901708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1446213" y="982132"/>
            <a:ext cx="9296398" cy="2243668"/>
          </a:xfrm>
        </p:spPr>
        <p:txBody>
          <a:bodyPr anchor="ctr">
            <a:normAutofit/>
          </a:bodyPr>
          <a:lstStyle>
            <a:lvl1pPr algn="ctr">
              <a:defRPr sz="3200" b="0" cap="none">
                <a:solidFill>
                  <a:schemeClr val="tx1"/>
                </a:solidFill>
              </a:defRPr>
            </a:lvl1pPr>
          </a:lstStyle>
          <a:p>
            <a:r>
              <a:rPr lang="en-GB"/>
              <a:t>Click to edit Master title style</a:t>
            </a:r>
            <a:endParaRPr lang="en-US" dirty="0"/>
          </a:p>
        </p:txBody>
      </p:sp>
      <p:sp>
        <p:nvSpPr>
          <p:cNvPr id="23" name="Text Placeholder 2"/>
          <p:cNvSpPr>
            <a:spLocks noGrp="1"/>
          </p:cNvSpPr>
          <p:nvPr>
            <p:ph type="body" idx="13"/>
          </p:nvPr>
        </p:nvSpPr>
        <p:spPr>
          <a:xfrm>
            <a:off x="1295401" y="3639312"/>
            <a:ext cx="9609668" cy="886968"/>
          </a:xfrm>
        </p:spPr>
        <p:txBody>
          <a:bodyPr anchor="b">
            <a:normAutofit/>
          </a:bodyPr>
          <a:lstStyle>
            <a:lvl1pPr marL="0" indent="0" algn="l">
              <a:spcBef>
                <a:spcPts val="0"/>
              </a:spcBef>
              <a:buNone/>
              <a:defRPr sz="24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GB"/>
              <a:t>Click to edit Master text styles</a:t>
            </a:r>
          </a:p>
        </p:txBody>
      </p:sp>
      <p:sp>
        <p:nvSpPr>
          <p:cNvPr id="3" name="Text Placeholder 2"/>
          <p:cNvSpPr>
            <a:spLocks noGrp="1"/>
          </p:cNvSpPr>
          <p:nvPr>
            <p:ph type="body" idx="1"/>
          </p:nvPr>
        </p:nvSpPr>
        <p:spPr>
          <a:xfrm>
            <a:off x="1295401" y="4529667"/>
            <a:ext cx="9609668" cy="13462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GB"/>
              <a:t>Click to edit Master text styles</a:t>
            </a:r>
          </a:p>
        </p:txBody>
      </p:sp>
      <p:sp>
        <p:nvSpPr>
          <p:cNvPr id="4" name="Date Placeholder 3"/>
          <p:cNvSpPr>
            <a:spLocks noGrp="1"/>
          </p:cNvSpPr>
          <p:nvPr>
            <p:ph type="dt" sz="half" idx="10"/>
          </p:nvPr>
        </p:nvSpPr>
        <p:spPr/>
        <p:txBody>
          <a:bodyPr/>
          <a:lstStyle/>
          <a:p>
            <a:fld id="{C485584D-7D79-4248-9986-4CA35242F944}" type="datetimeFigureOut">
              <a:rPr lang="en-US" smtClean="0"/>
              <a:t>1/24/23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9590046-DA73-4BBF-84B5-C08E6F75191A}" type="slidenum">
              <a:rPr lang="en-US" smtClean="0"/>
              <a:t>‹#›</a:t>
            </a:fld>
            <a:endParaRPr lang="en-US"/>
          </a:p>
        </p:txBody>
      </p:sp>
      <p:sp>
        <p:nvSpPr>
          <p:cNvPr id="12" name="TextBox 11"/>
          <p:cNvSpPr txBox="1"/>
          <p:nvPr/>
        </p:nvSpPr>
        <p:spPr>
          <a:xfrm>
            <a:off x="862013" y="879961"/>
            <a:ext cx="609600"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3" name="TextBox 12"/>
          <p:cNvSpPr txBox="1"/>
          <p:nvPr/>
        </p:nvSpPr>
        <p:spPr>
          <a:xfrm>
            <a:off x="10600267" y="2599261"/>
            <a:ext cx="609600"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cxnSp>
        <p:nvCxnSpPr>
          <p:cNvPr id="26" name="Straight Connector 25"/>
          <p:cNvCxnSpPr/>
          <p:nvPr/>
        </p:nvCxnSpPr>
        <p:spPr>
          <a:xfrm>
            <a:off x="1396169" y="3429000"/>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99446077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1295401" y="982132"/>
            <a:ext cx="9609666" cy="2243668"/>
          </a:xfrm>
        </p:spPr>
        <p:txBody>
          <a:bodyPr vert="horz" lIns="91440" tIns="45720" rIns="91440" bIns="45720" rtlCol="0" anchor="ctr">
            <a:normAutofit/>
          </a:bodyPr>
          <a:lstStyle>
            <a:lvl1pPr>
              <a:defRPr lang="en-US" b="0" dirty="0"/>
            </a:lvl1pPr>
          </a:lstStyle>
          <a:p>
            <a:pPr marL="0" lvl="0"/>
            <a:r>
              <a:rPr lang="en-GB"/>
              <a:t>Click to edit Master title style</a:t>
            </a:r>
            <a:endParaRPr lang="en-US" dirty="0"/>
          </a:p>
        </p:txBody>
      </p:sp>
      <p:sp>
        <p:nvSpPr>
          <p:cNvPr id="20" name="Text Placeholder 2"/>
          <p:cNvSpPr>
            <a:spLocks noGrp="1"/>
          </p:cNvSpPr>
          <p:nvPr>
            <p:ph type="body" idx="13"/>
          </p:nvPr>
        </p:nvSpPr>
        <p:spPr>
          <a:xfrm>
            <a:off x="1295401" y="3630168"/>
            <a:ext cx="9609668" cy="841248"/>
          </a:xfrm>
        </p:spPr>
        <p:txBody>
          <a:bodyPr anchor="b">
            <a:normAutofit/>
          </a:bodyPr>
          <a:lstStyle>
            <a:lvl1pPr marL="0" indent="0" algn="l">
              <a:spcBef>
                <a:spcPts val="0"/>
              </a:spcBef>
              <a:buNone/>
              <a:defRPr sz="2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GB"/>
              <a:t>Click to edit Master text styles</a:t>
            </a:r>
          </a:p>
        </p:txBody>
      </p:sp>
      <p:sp>
        <p:nvSpPr>
          <p:cNvPr id="3" name="Text Placeholder 2"/>
          <p:cNvSpPr>
            <a:spLocks noGrp="1"/>
          </p:cNvSpPr>
          <p:nvPr>
            <p:ph type="body" idx="1"/>
          </p:nvPr>
        </p:nvSpPr>
        <p:spPr>
          <a:xfrm>
            <a:off x="1295400" y="4470399"/>
            <a:ext cx="9609670" cy="1405467"/>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GB"/>
              <a:t>Click to edit Master text styles</a:t>
            </a:r>
          </a:p>
        </p:txBody>
      </p:sp>
      <p:sp>
        <p:nvSpPr>
          <p:cNvPr id="4" name="Date Placeholder 3"/>
          <p:cNvSpPr>
            <a:spLocks noGrp="1"/>
          </p:cNvSpPr>
          <p:nvPr>
            <p:ph type="dt" sz="half" idx="10"/>
          </p:nvPr>
        </p:nvSpPr>
        <p:spPr/>
        <p:txBody>
          <a:bodyPr/>
          <a:lstStyle/>
          <a:p>
            <a:fld id="{C485584D-7D79-4248-9986-4CA35242F944}" type="datetimeFigureOut">
              <a:rPr lang="en-US" smtClean="0"/>
              <a:t>1/24/23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9590046-DA73-4BBF-84B5-C08E6F75191A}" type="slidenum">
              <a:rPr lang="en-US" smtClean="0"/>
              <a:t>‹#›</a:t>
            </a:fld>
            <a:endParaRPr lang="en-US"/>
          </a:p>
        </p:txBody>
      </p:sp>
      <p:cxnSp>
        <p:nvCxnSpPr>
          <p:cNvPr id="15" name="Straight Connector 14"/>
          <p:cNvCxnSpPr/>
          <p:nvPr/>
        </p:nvCxnSpPr>
        <p:spPr>
          <a:xfrm>
            <a:off x="1396169" y="3429000"/>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87012874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ctr">
              <a:defRPr/>
            </a:lvl1pPr>
          </a:lstStyle>
          <a:p>
            <a:r>
              <a:rPr lang="en-GB"/>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C485584D-7D79-4248-9986-4CA35242F944}" type="datetimeFigureOut">
              <a:rPr lang="en-US" smtClean="0"/>
              <a:t>1/24/23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9590046-DA73-4BBF-84B5-C08E6F75191A}" type="slidenum">
              <a:rPr lang="en-US" smtClean="0"/>
              <a:t>‹#›</a:t>
            </a:fld>
            <a:endParaRPr lang="en-US"/>
          </a:p>
        </p:txBody>
      </p:sp>
      <p:cxnSp>
        <p:nvCxnSpPr>
          <p:cNvPr id="14" name="Straight Connector 13"/>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2462467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999356" y="982131"/>
            <a:ext cx="1890895" cy="4893735"/>
          </a:xfrm>
        </p:spPr>
        <p:txBody>
          <a:bodyPr vert="eaVert"/>
          <a:lstStyle/>
          <a:p>
            <a:r>
              <a:rPr lang="en-GB"/>
              <a:t>Click to edit Master title style</a:t>
            </a:r>
            <a:endParaRPr lang="en-US" dirty="0"/>
          </a:p>
        </p:txBody>
      </p:sp>
      <p:sp>
        <p:nvSpPr>
          <p:cNvPr id="3" name="Vertical Text Placeholder 2"/>
          <p:cNvSpPr>
            <a:spLocks noGrp="1"/>
          </p:cNvSpPr>
          <p:nvPr>
            <p:ph type="body" orient="vert" idx="1"/>
          </p:nvPr>
        </p:nvSpPr>
        <p:spPr>
          <a:xfrm>
            <a:off x="1295398" y="982132"/>
            <a:ext cx="7433025" cy="4893734"/>
          </a:xfrm>
        </p:spPr>
        <p:txBody>
          <a:bodyPr vert="eaVert" ancho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C485584D-7D79-4248-9986-4CA35242F944}" type="datetimeFigureOut">
              <a:rPr lang="en-US" smtClean="0"/>
              <a:t>1/24/23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9590046-DA73-4BBF-84B5-C08E6F75191A}" type="slidenum">
              <a:rPr lang="en-US" smtClean="0"/>
              <a:t>‹#›</a:t>
            </a:fld>
            <a:endParaRPr lang="en-US"/>
          </a:p>
        </p:txBody>
      </p:sp>
      <p:cxnSp>
        <p:nvCxnSpPr>
          <p:cNvPr id="14" name="Straight Connector 13"/>
          <p:cNvCxnSpPr/>
          <p:nvPr/>
        </p:nvCxnSpPr>
        <p:spPr>
          <a:xfrm>
            <a:off x="8863890" y="990600"/>
            <a:ext cx="0" cy="487680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53044482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4.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3.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grpSp>
        <p:nvGrpSpPr>
          <p:cNvPr id="7" name="Group 6"/>
          <p:cNvGrpSpPr/>
          <p:nvPr/>
        </p:nvGrpSpPr>
        <p:grpSpPr>
          <a:xfrm>
            <a:off x="-15736" y="0"/>
            <a:ext cx="12229962" cy="6856214"/>
            <a:chOff x="-15736" y="0"/>
            <a:chExt cx="12229962" cy="6856214"/>
          </a:xfrm>
        </p:grpSpPr>
        <p:pic>
          <p:nvPicPr>
            <p:cNvPr id="8" name="Picture 7" descr="HD-PanelContent.png"/>
            <p:cNvPicPr>
              <a:picLocks noChangeAspect="1"/>
            </p:cNvPicPr>
            <p:nvPr/>
          </p:nvPicPr>
          <p:blipFill>
            <a:blip r:embed="rId19">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9" name="Rectangle 8"/>
            <p:cNvSpPr/>
            <p:nvPr/>
          </p:nvSpPr>
          <p:spPr>
            <a:xfrm>
              <a:off x="608012" y="609600"/>
              <a:ext cx="10972800" cy="5638800"/>
            </a:xfrm>
            <a:prstGeom prst="rect">
              <a:avLst/>
            </a:prstGeom>
            <a:noFill/>
            <a:ln w="15875" cap="flat">
              <a:miter lim="800000"/>
            </a:ln>
          </p:spPr>
          <p:style>
            <a:lnRef idx="1">
              <a:schemeClr val="accent1"/>
            </a:lnRef>
            <a:fillRef idx="3">
              <a:schemeClr val="accent1"/>
            </a:fillRef>
            <a:effectRef idx="2">
              <a:schemeClr val="accent1"/>
            </a:effectRef>
            <a:fontRef idx="minor">
              <a:schemeClr val="lt1"/>
            </a:fontRef>
          </p:style>
        </p:sp>
        <p:pic>
          <p:nvPicPr>
            <p:cNvPr id="10" name="Picture 9" descr="HDRibbonContent-UniformTrim.png"/>
            <p:cNvPicPr>
              <a:picLocks noChangeAspect="1"/>
            </p:cNvPicPr>
            <p:nvPr/>
          </p:nvPicPr>
          <p:blipFill rotWithShape="1">
            <a:blip r:embed="rId20">
              <a:extLst>
                <a:ext uri="{28A0092B-C50C-407E-A947-70E740481C1C}">
                  <a14:useLocalDpi xmlns:a14="http://schemas.microsoft.com/office/drawing/2010/main" val="0"/>
                </a:ext>
              </a:extLst>
            </a:blip>
            <a:srcRect/>
            <a:stretch/>
          </p:blipFill>
          <p:spPr>
            <a:xfrm>
              <a:off x="-15736" y="3153832"/>
              <a:ext cx="777240" cy="606425"/>
            </a:xfrm>
            <a:prstGeom prst="rect">
              <a:avLst/>
            </a:prstGeom>
          </p:spPr>
        </p:pic>
        <p:pic>
          <p:nvPicPr>
            <p:cNvPr id="11" name="Picture 10" descr="HDRibbonContent-UniformTrim.png"/>
            <p:cNvPicPr>
              <a:picLocks noChangeAspect="1"/>
            </p:cNvPicPr>
            <p:nvPr/>
          </p:nvPicPr>
          <p:blipFill rotWithShape="1">
            <a:blip r:embed="rId20">
              <a:extLst>
                <a:ext uri="{28A0092B-C50C-407E-A947-70E740481C1C}">
                  <a14:useLocalDpi xmlns:a14="http://schemas.microsoft.com/office/drawing/2010/main" val="0"/>
                </a:ext>
              </a:extLst>
            </a:blip>
            <a:srcRect/>
            <a:stretch/>
          </p:blipFill>
          <p:spPr>
            <a:xfrm>
              <a:off x="11436986" y="3153832"/>
              <a:ext cx="777240" cy="606425"/>
            </a:xfrm>
            <a:prstGeom prst="rect">
              <a:avLst/>
            </a:prstGeom>
          </p:spPr>
        </p:pic>
      </p:grpSp>
      <p:sp>
        <p:nvSpPr>
          <p:cNvPr id="2" name="Title Placeholder 1"/>
          <p:cNvSpPr>
            <a:spLocks noGrp="1"/>
          </p:cNvSpPr>
          <p:nvPr>
            <p:ph type="title"/>
          </p:nvPr>
        </p:nvSpPr>
        <p:spPr>
          <a:xfrm>
            <a:off x="1295402" y="982132"/>
            <a:ext cx="9601196" cy="1303867"/>
          </a:xfrm>
          <a:prstGeom prst="rect">
            <a:avLst/>
          </a:prstGeom>
          <a:effectLst/>
        </p:spPr>
        <p:txBody>
          <a:bodyPr vert="horz" lIns="91440" tIns="45720" rIns="91440" bIns="45720" rtlCol="0" anchor="ctr">
            <a:normAutofit/>
          </a:bodyPr>
          <a:lstStyle/>
          <a:p>
            <a:r>
              <a:rPr lang="en-GB"/>
              <a:t>Click to edit Master title style</a:t>
            </a:r>
            <a:endParaRPr lang="en-US" dirty="0"/>
          </a:p>
        </p:txBody>
      </p:sp>
      <p:sp>
        <p:nvSpPr>
          <p:cNvPr id="3" name="Text Placeholder 2"/>
          <p:cNvSpPr>
            <a:spLocks noGrp="1"/>
          </p:cNvSpPr>
          <p:nvPr>
            <p:ph type="body" idx="1"/>
          </p:nvPr>
        </p:nvSpPr>
        <p:spPr>
          <a:xfrm>
            <a:off x="1295401" y="2556932"/>
            <a:ext cx="9601196" cy="3318936"/>
          </a:xfrm>
          <a:prstGeom prst="rect">
            <a:avLst/>
          </a:prstGeom>
        </p:spPr>
        <p:txBody>
          <a:bodyPr vert="horz" lIns="91440" tIns="45720" rIns="91440" bIns="45720" rtlCol="0" anchor="t">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2"/>
          </p:nvPr>
        </p:nvSpPr>
        <p:spPr>
          <a:xfrm>
            <a:off x="8677501" y="5969000"/>
            <a:ext cx="1600200" cy="279400"/>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C485584D-7D79-4248-9986-4CA35242F944}" type="datetimeFigureOut">
              <a:rPr lang="en-US" smtClean="0"/>
              <a:t>1/24/23</a:t>
            </a:fld>
            <a:endParaRPr lang="en-US"/>
          </a:p>
        </p:txBody>
      </p:sp>
      <p:sp>
        <p:nvSpPr>
          <p:cNvPr id="5" name="Footer Placeholder 4"/>
          <p:cNvSpPr>
            <a:spLocks noGrp="1"/>
          </p:cNvSpPr>
          <p:nvPr>
            <p:ph type="ftr" sz="quarter" idx="3"/>
          </p:nvPr>
        </p:nvSpPr>
        <p:spPr>
          <a:xfrm>
            <a:off x="1295401" y="5969000"/>
            <a:ext cx="7305900" cy="279400"/>
          </a:xfrm>
          <a:prstGeom prst="rect">
            <a:avLst/>
          </a:prstGeom>
        </p:spPr>
        <p:txBody>
          <a:bodyPr vert="horz" lIns="91440" tIns="45720" rIns="91440" bIns="45720" rtlCol="0" anchor="ctr"/>
          <a:lstStyle>
            <a:lvl1pPr algn="l">
              <a:defRPr sz="1000" b="0" i="0">
                <a:solidFill>
                  <a:schemeClr val="tx1"/>
                </a:solidFill>
                <a:effectLst/>
                <a:latin typeface="+mn-lt"/>
              </a:defRPr>
            </a:lvl1pPr>
          </a:lstStyle>
          <a:p>
            <a:endParaRPr lang="en-US"/>
          </a:p>
        </p:txBody>
      </p:sp>
      <p:sp>
        <p:nvSpPr>
          <p:cNvPr id="6" name="Slide Number Placeholder 5"/>
          <p:cNvSpPr>
            <a:spLocks noGrp="1"/>
          </p:cNvSpPr>
          <p:nvPr>
            <p:ph type="sldNum" sz="quarter" idx="4"/>
          </p:nvPr>
        </p:nvSpPr>
        <p:spPr>
          <a:xfrm>
            <a:off x="10353901" y="5969000"/>
            <a:ext cx="542697" cy="279400"/>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19590046-DA73-4BBF-84B5-C08E6F75191A}" type="slidenum">
              <a:rPr lang="en-US" smtClean="0"/>
              <a:t>‹#›</a:t>
            </a:fld>
            <a:endParaRPr lang="en-US"/>
          </a:p>
        </p:txBody>
      </p:sp>
    </p:spTree>
    <p:extLst>
      <p:ext uri="{BB962C8B-B14F-4D97-AF65-F5344CB8AC3E}">
        <p14:creationId xmlns:p14="http://schemas.microsoft.com/office/powerpoint/2010/main" val="2453018630"/>
      </p:ext>
    </p:extLst>
  </p:cSld>
  <p:clrMap bg1="lt1" tx1="dk1" bg2="lt2" tx2="dk2" accent1="accent1" accent2="accent2" accent3="accent3" accent4="accent4" accent5="accent5" accent6="accent6" hlink="hlink" folHlink="folHlink"/>
  <p:sldLayoutIdLst>
    <p:sldLayoutId id="2147483754" r:id="rId1"/>
    <p:sldLayoutId id="2147483755" r:id="rId2"/>
    <p:sldLayoutId id="2147483756" r:id="rId3"/>
    <p:sldLayoutId id="2147483757" r:id="rId4"/>
    <p:sldLayoutId id="2147483758" r:id="rId5"/>
    <p:sldLayoutId id="2147483759" r:id="rId6"/>
    <p:sldLayoutId id="2147483760" r:id="rId7"/>
    <p:sldLayoutId id="2147483761" r:id="rId8"/>
    <p:sldLayoutId id="2147483762" r:id="rId9"/>
    <p:sldLayoutId id="2147483763" r:id="rId10"/>
    <p:sldLayoutId id="2147483764" r:id="rId11"/>
    <p:sldLayoutId id="2147483765" r:id="rId12"/>
    <p:sldLayoutId id="2147483766" r:id="rId13"/>
    <p:sldLayoutId id="2147483767" r:id="rId14"/>
    <p:sldLayoutId id="2147483768" r:id="rId15"/>
    <p:sldLayoutId id="2147483769" r:id="rId16"/>
    <p:sldLayoutId id="2147483770" r:id="rId17"/>
  </p:sldLayoutIdLst>
  <p:txStyles>
    <p:title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ct val="20000"/>
        </a:spcBef>
        <a:spcAft>
          <a:spcPts val="600"/>
        </a:spcAft>
        <a:buClr>
          <a:schemeClr val="accent1"/>
        </a:buClr>
        <a:buSzPct val="115000"/>
        <a:buFont typeface="Arial"/>
        <a:buChar char="•"/>
        <a:defRPr sz="2400" kern="1200" cap="none">
          <a:solidFill>
            <a:schemeClr val="tx1">
              <a:lumMod val="85000"/>
              <a:lumOff val="15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buClr>
        <a:buSzPct val="115000"/>
        <a:buFont typeface="Arial"/>
        <a:buChar char="•"/>
        <a:defRPr sz="2000" kern="1200" cap="none">
          <a:solidFill>
            <a:schemeClr val="tx1">
              <a:lumMod val="85000"/>
              <a:lumOff val="15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buClr>
        <a:buSzPct val="115000"/>
        <a:buFont typeface="Arial"/>
        <a:buChar char="•"/>
        <a:defRPr sz="1800" kern="1200" cap="none">
          <a:solidFill>
            <a:schemeClr val="tx1">
              <a:lumMod val="85000"/>
              <a:lumOff val="15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buClr>
        <a:buSzPct val="115000"/>
        <a:buFont typeface="Arial"/>
        <a:buChar char="•"/>
        <a:defRPr sz="1600" kern="1200" cap="none">
          <a:solidFill>
            <a:schemeClr val="tx1">
              <a:lumMod val="85000"/>
              <a:lumOff val="15000"/>
            </a:schemeClr>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image" Target="../media/image2.jpeg"/><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11.png"/><Relationship Id="rId2" Type="http://schemas.openxmlformats.org/officeDocument/2006/relationships/image" Target="../media/image2.jpeg"/><Relationship Id="rId1" Type="http://schemas.openxmlformats.org/officeDocument/2006/relationships/slideLayout" Target="../slideLayouts/slideLayout2.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4.png"/></Relationships>
</file>

<file path=ppt/slides/_rels/slide8.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image" Target="../media/image15.jpeg"/><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a:blip r:embed="rId2"/>
          <a:stretch/>
        </a:blip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9B347087-DEE1-4F23-8486-A2690AA195E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44BB81AE-EE4A-4AA4-8941-104B6C94359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6138" y="488137"/>
            <a:ext cx="11227442" cy="5883295"/>
          </a:xfrm>
          <a:prstGeom prst="rect">
            <a:avLst/>
          </a:prstGeom>
          <a:solidFill>
            <a:schemeClr val="tx2"/>
          </a:solidFill>
          <a:ln>
            <a:noFill/>
          </a:ln>
          <a:effectLst>
            <a:outerShdw blurRad="114300" dist="127000" dir="5400000" sx="99000" sy="99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Garamond" panose="02020404030301010803"/>
              <a:ea typeface="+mn-ea"/>
              <a:cs typeface="+mn-cs"/>
            </a:endParaRPr>
          </a:p>
        </p:txBody>
      </p:sp>
      <p:pic>
        <p:nvPicPr>
          <p:cNvPr id="4" name="Picture 3" descr="Wavy 3D art">
            <a:extLst>
              <a:ext uri="{FF2B5EF4-FFF2-40B4-BE49-F238E27FC236}">
                <a16:creationId xmlns:a16="http://schemas.microsoft.com/office/drawing/2014/main" id="{23D126E4-CE92-257E-3CAD-35B4B667A74A}"/>
              </a:ext>
            </a:extLst>
          </p:cNvPr>
          <p:cNvPicPr>
            <a:picLocks noChangeAspect="1"/>
          </p:cNvPicPr>
          <p:nvPr/>
        </p:nvPicPr>
        <p:blipFill rotWithShape="1">
          <a:blip r:embed="rId3">
            <a:alphaModFix amt="50000"/>
          </a:blip>
          <a:srcRect t="22933" r="1" b="9454"/>
          <a:stretch/>
        </p:blipFill>
        <p:spPr>
          <a:xfrm>
            <a:off x="486138" y="488137"/>
            <a:ext cx="11227442" cy="5883295"/>
          </a:xfrm>
          <a:prstGeom prst="rect">
            <a:avLst/>
          </a:prstGeom>
        </p:spPr>
      </p:pic>
      <p:cxnSp>
        <p:nvCxnSpPr>
          <p:cNvPr id="13" name="Straight Connector 12">
            <a:extLst>
              <a:ext uri="{FF2B5EF4-FFF2-40B4-BE49-F238E27FC236}">
                <a16:creationId xmlns:a16="http://schemas.microsoft.com/office/drawing/2014/main" id="{4AA791FC-1AEF-4561-93B5-6B9E981BBB74}"/>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2621280" y="3594428"/>
            <a:ext cx="6949440" cy="0"/>
          </a:xfrm>
          <a:prstGeom prst="line">
            <a:avLst/>
          </a:prstGeom>
          <a:ln>
            <a:solidFill>
              <a:schemeClr val="bg1"/>
            </a:solidFill>
          </a:ln>
        </p:spPr>
        <p:style>
          <a:lnRef idx="2">
            <a:schemeClr val="accent1"/>
          </a:lnRef>
          <a:fillRef idx="0">
            <a:schemeClr val="accent1"/>
          </a:fillRef>
          <a:effectRef idx="1">
            <a:schemeClr val="accent1"/>
          </a:effectRef>
          <a:fontRef idx="minor">
            <a:schemeClr val="tx1"/>
          </a:fontRef>
        </p:style>
      </p:cxnSp>
      <p:sp>
        <p:nvSpPr>
          <p:cNvPr id="15" name="Rectangle 14">
            <a:extLst>
              <a:ext uri="{FF2B5EF4-FFF2-40B4-BE49-F238E27FC236}">
                <a16:creationId xmlns:a16="http://schemas.microsoft.com/office/drawing/2014/main" id="{AAA2202F-2A68-464D-8E53-CEBE9303D84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08012" y="609600"/>
            <a:ext cx="10972800" cy="5638800"/>
          </a:xfrm>
          <a:prstGeom prst="rect">
            <a:avLst/>
          </a:prstGeom>
          <a:noFill/>
          <a:ln w="15875" cap="flat">
            <a:solidFill>
              <a:schemeClr val="bg1"/>
            </a:solidFill>
            <a:miter lim="800000"/>
          </a:ln>
        </p:spPr>
        <p:style>
          <a:lnRef idx="1">
            <a:schemeClr val="accent1"/>
          </a:lnRef>
          <a:fillRef idx="3">
            <a:schemeClr val="accent1"/>
          </a:fillRef>
          <a:effectRef idx="2">
            <a:schemeClr val="accent1"/>
          </a:effectRef>
          <a:fontRef idx="minor">
            <a:schemeClr val="lt1"/>
          </a:fontRef>
        </p:style>
      </p:sp>
      <p:grpSp>
        <p:nvGrpSpPr>
          <p:cNvPr id="17" name="Group 16">
            <a:extLst>
              <a:ext uri="{FF2B5EF4-FFF2-40B4-BE49-F238E27FC236}">
                <a16:creationId xmlns:a16="http://schemas.microsoft.com/office/drawing/2014/main" id="{5B129734-DF6D-46B8-A0E0-4F178B3AD2FC}"/>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3128956"/>
            <a:ext cx="12234672" cy="658368"/>
            <a:chOff x="-18288" y="3128956"/>
            <a:chExt cx="12234672" cy="658368"/>
          </a:xfrm>
        </p:grpSpPr>
        <p:sp useBgFill="1">
          <p:nvSpPr>
            <p:cNvPr id="18" name="Rounded Rectangle 21">
              <a:extLst>
                <a:ext uri="{FF2B5EF4-FFF2-40B4-BE49-F238E27FC236}">
                  <a16:creationId xmlns:a16="http://schemas.microsoft.com/office/drawing/2014/main" id="{6A986578-4991-4E9B-94B7-056F6B09B77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32303" y="3128956"/>
              <a:ext cx="45720" cy="658368"/>
            </a:xfrm>
            <a:prstGeom prst="roundRect">
              <a:avLst>
                <a:gd name="adj" fmla="val 50000"/>
              </a:avLst>
            </a:prstGeom>
            <a:ln w="9525">
              <a:noFill/>
            </a:ln>
            <a:effectLst>
              <a:innerShdw blurRad="114300">
                <a:prstClr val="black">
                  <a:alpha val="86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Garamond" panose="02020404030301010803"/>
                <a:ea typeface="+mn-ea"/>
                <a:cs typeface="+mn-cs"/>
              </a:endParaRPr>
            </a:p>
          </p:txBody>
        </p:sp>
        <p:pic>
          <p:nvPicPr>
            <p:cNvPr id="19" name="Picture 18">
              <a:extLst>
                <a:ext uri="{FF2B5EF4-FFF2-40B4-BE49-F238E27FC236}">
                  <a16:creationId xmlns:a16="http://schemas.microsoft.com/office/drawing/2014/main" id="{257D0097-ACF2-46A6-804C-C5D55A188FE5}"/>
                </a:ext>
                <a:ext uri="{C183D7F6-B498-43B3-948B-1728B52AA6E4}">
                  <adec:decorative xmlns:adec="http://schemas.microsoft.com/office/drawing/2017/decorative" val="1"/>
                </a:ext>
              </a:extLst>
            </p:cNvPr>
            <p:cNvPicPr>
              <a:picLocks noChangeAspect="1"/>
            </p:cNvPicPr>
            <p:nvPr>
              <p:extLst>
                <p:ext uri="{386F3935-93C4-4BCD-93E2-E3B085C9AB24}">
                  <p16:designElem xmlns:p16="http://schemas.microsoft.com/office/powerpoint/2015/main" val="1"/>
                </p:ext>
              </p:extLst>
            </p:nvPr>
          </p:nvPicPr>
          <p:blipFill rotWithShape="1">
            <a:blip r:embed="rId4">
              <a:extLst>
                <a:ext uri="{28A0092B-C50C-407E-A947-70E740481C1C}">
                  <a14:useLocalDpi xmlns:a14="http://schemas.microsoft.com/office/drawing/2010/main" val="0"/>
                </a:ext>
              </a:extLst>
            </a:blip>
            <a:srcRect/>
            <a:stretch/>
          </p:blipFill>
          <p:spPr>
            <a:xfrm>
              <a:off x="-18288" y="3154680"/>
              <a:ext cx="777240" cy="606425"/>
            </a:xfrm>
            <a:prstGeom prst="rect">
              <a:avLst/>
            </a:prstGeom>
          </p:spPr>
        </p:pic>
        <p:sp useBgFill="1">
          <p:nvSpPr>
            <p:cNvPr id="20" name="Rounded Rectangle 27">
              <a:extLst>
                <a:ext uri="{FF2B5EF4-FFF2-40B4-BE49-F238E27FC236}">
                  <a16:creationId xmlns:a16="http://schemas.microsoft.com/office/drawing/2014/main" id="{A71DA5EB-109A-4C2F-A093-7E5F6490BD7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414377" y="3128956"/>
              <a:ext cx="45720" cy="658368"/>
            </a:xfrm>
            <a:prstGeom prst="roundRect">
              <a:avLst>
                <a:gd name="adj" fmla="val 50000"/>
              </a:avLst>
            </a:prstGeom>
            <a:ln w="9525">
              <a:noFill/>
            </a:ln>
            <a:effectLst>
              <a:innerShdw blurRad="114300">
                <a:prstClr val="black">
                  <a:alpha val="86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Garamond" panose="02020404030301010803"/>
                <a:ea typeface="+mn-ea"/>
                <a:cs typeface="+mn-cs"/>
              </a:endParaRPr>
            </a:p>
          </p:txBody>
        </p:sp>
        <p:pic>
          <p:nvPicPr>
            <p:cNvPr id="21" name="Picture 20">
              <a:extLst>
                <a:ext uri="{FF2B5EF4-FFF2-40B4-BE49-F238E27FC236}">
                  <a16:creationId xmlns:a16="http://schemas.microsoft.com/office/drawing/2014/main" id="{DA85B8CE-EB01-4DD0-8B39-D413503D772C}"/>
                </a:ext>
                <a:ext uri="{C183D7F6-B498-43B3-948B-1728B52AA6E4}">
                  <adec:decorative xmlns:adec="http://schemas.microsoft.com/office/drawing/2017/decorative" val="1"/>
                </a:ext>
              </a:extLst>
            </p:cNvPr>
            <p:cNvPicPr>
              <a:picLocks noChangeAspect="1"/>
            </p:cNvPicPr>
            <p:nvPr>
              <p:extLst>
                <p:ext uri="{386F3935-93C4-4BCD-93E2-E3B085C9AB24}">
                  <p16:designElem xmlns:p16="http://schemas.microsoft.com/office/powerpoint/2015/main" val="1"/>
                </p:ext>
              </p:extLst>
            </p:nvPr>
          </p:nvPicPr>
          <p:blipFill rotWithShape="1">
            <a:blip r:embed="rId4">
              <a:extLst>
                <a:ext uri="{28A0092B-C50C-407E-A947-70E740481C1C}">
                  <a14:useLocalDpi xmlns:a14="http://schemas.microsoft.com/office/drawing/2010/main" val="0"/>
                </a:ext>
              </a:extLst>
            </a:blip>
            <a:srcRect/>
            <a:stretch/>
          </p:blipFill>
          <p:spPr>
            <a:xfrm flipH="1">
              <a:off x="11439144" y="3154680"/>
              <a:ext cx="777240" cy="606425"/>
            </a:xfrm>
            <a:prstGeom prst="rect">
              <a:avLst/>
            </a:prstGeom>
          </p:spPr>
        </p:pic>
      </p:grpSp>
      <p:sp>
        <p:nvSpPr>
          <p:cNvPr id="2" name="Title 1">
            <a:extLst>
              <a:ext uri="{FF2B5EF4-FFF2-40B4-BE49-F238E27FC236}">
                <a16:creationId xmlns:a16="http://schemas.microsoft.com/office/drawing/2014/main" id="{C6FDADFB-F7A6-C1DD-2C41-816BF31423EA}"/>
              </a:ext>
            </a:extLst>
          </p:cNvPr>
          <p:cNvSpPr>
            <a:spLocks noGrp="1"/>
          </p:cNvSpPr>
          <p:nvPr>
            <p:ph type="ctrTitle"/>
          </p:nvPr>
        </p:nvSpPr>
        <p:spPr>
          <a:xfrm>
            <a:off x="2224403" y="1113698"/>
            <a:ext cx="8229600" cy="2345264"/>
          </a:xfrm>
        </p:spPr>
        <p:txBody>
          <a:bodyPr>
            <a:normAutofit/>
          </a:bodyPr>
          <a:lstStyle/>
          <a:p>
            <a:r>
              <a:rPr lang="en-US" sz="7200" dirty="0">
                <a:solidFill>
                  <a:schemeClr val="bg1"/>
                </a:solidFill>
              </a:rPr>
              <a:t>Lead score case study</a:t>
            </a:r>
          </a:p>
        </p:txBody>
      </p:sp>
      <p:sp>
        <p:nvSpPr>
          <p:cNvPr id="3" name="Subtitle 2">
            <a:extLst>
              <a:ext uri="{FF2B5EF4-FFF2-40B4-BE49-F238E27FC236}">
                <a16:creationId xmlns:a16="http://schemas.microsoft.com/office/drawing/2014/main" id="{AF54CD0D-2278-A538-3168-A6DAF4179BF4}"/>
              </a:ext>
            </a:extLst>
          </p:cNvPr>
          <p:cNvSpPr>
            <a:spLocks noGrp="1"/>
          </p:cNvSpPr>
          <p:nvPr>
            <p:ph type="subTitle" idx="1"/>
          </p:nvPr>
        </p:nvSpPr>
        <p:spPr>
          <a:xfrm>
            <a:off x="2453003" y="3729894"/>
            <a:ext cx="7772400" cy="1320802"/>
          </a:xfrm>
        </p:spPr>
        <p:txBody>
          <a:bodyPr>
            <a:normAutofit/>
          </a:bodyPr>
          <a:lstStyle/>
          <a:p>
            <a:pPr>
              <a:lnSpc>
                <a:spcPct val="90000"/>
              </a:lnSpc>
            </a:pPr>
            <a:r>
              <a:rPr lang="en-US" dirty="0">
                <a:solidFill>
                  <a:schemeClr val="bg1"/>
                </a:solidFill>
              </a:rPr>
              <a:t>By</a:t>
            </a:r>
          </a:p>
          <a:p>
            <a:pPr>
              <a:lnSpc>
                <a:spcPct val="90000"/>
              </a:lnSpc>
            </a:pPr>
            <a:r>
              <a:rPr lang="en-US" dirty="0">
                <a:solidFill>
                  <a:schemeClr val="bg1"/>
                </a:solidFill>
              </a:rPr>
              <a:t>Abhishek Kumar</a:t>
            </a:r>
          </a:p>
          <a:p>
            <a:pPr>
              <a:lnSpc>
                <a:spcPct val="90000"/>
              </a:lnSpc>
            </a:pPr>
            <a:r>
              <a:rPr lang="en-IN" dirty="0">
                <a:solidFill>
                  <a:schemeClr val="bg1"/>
                </a:solidFill>
              </a:rPr>
              <a:t>Yashas D A</a:t>
            </a:r>
            <a:endParaRPr lang="en-US" dirty="0">
              <a:solidFill>
                <a:schemeClr val="bg1"/>
              </a:solidFill>
            </a:endParaRPr>
          </a:p>
        </p:txBody>
      </p:sp>
    </p:spTree>
    <p:extLst>
      <p:ext uri="{BB962C8B-B14F-4D97-AF65-F5344CB8AC3E}">
        <p14:creationId xmlns:p14="http://schemas.microsoft.com/office/powerpoint/2010/main" val="62558267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15C714-3E0A-888B-5E82-3B8BC5021296}"/>
              </a:ext>
            </a:extLst>
          </p:cNvPr>
          <p:cNvSpPr>
            <a:spLocks noGrp="1"/>
          </p:cNvSpPr>
          <p:nvPr>
            <p:ph type="title"/>
          </p:nvPr>
        </p:nvSpPr>
        <p:spPr/>
        <p:txBody>
          <a:bodyPr/>
          <a:lstStyle/>
          <a:p>
            <a:r>
              <a:rPr lang="en-US" dirty="0"/>
              <a:t>Problem Statement</a:t>
            </a:r>
          </a:p>
        </p:txBody>
      </p:sp>
      <p:sp>
        <p:nvSpPr>
          <p:cNvPr id="3" name="Content Placeholder 2">
            <a:extLst>
              <a:ext uri="{FF2B5EF4-FFF2-40B4-BE49-F238E27FC236}">
                <a16:creationId xmlns:a16="http://schemas.microsoft.com/office/drawing/2014/main" id="{195BAFC3-5F47-84DC-5A69-664B5BE79903}"/>
              </a:ext>
            </a:extLst>
          </p:cNvPr>
          <p:cNvSpPr>
            <a:spLocks noGrp="1"/>
          </p:cNvSpPr>
          <p:nvPr>
            <p:ph idx="1"/>
          </p:nvPr>
        </p:nvSpPr>
        <p:spPr/>
        <p:txBody>
          <a:bodyPr>
            <a:normAutofit fontScale="40000" lnSpcReduction="20000"/>
          </a:bodyPr>
          <a:lstStyle/>
          <a:p>
            <a:pPr>
              <a:spcBef>
                <a:spcPct val="0"/>
              </a:spcBef>
              <a:buFont typeface="Wingdings" pitchFamily="2" charset="2"/>
              <a:buChar char="q"/>
            </a:pPr>
            <a:r>
              <a:rPr lang="en-IN" sz="5200" dirty="0">
                <a:ln w="3175" cmpd="sng">
                  <a:noFill/>
                </a:ln>
                <a:latin typeface="+mj-lt"/>
                <a:ea typeface="+mj-ea"/>
                <a:cs typeface="+mj-cs"/>
              </a:rPr>
              <a:t>X Education sells online courses to industry professional</a:t>
            </a:r>
            <a:br>
              <a:rPr lang="en-IN" sz="5200" dirty="0">
                <a:ln w="3175" cmpd="sng">
                  <a:noFill/>
                </a:ln>
                <a:latin typeface="+mj-lt"/>
                <a:ea typeface="+mj-ea"/>
                <a:cs typeface="+mj-cs"/>
              </a:rPr>
            </a:br>
            <a:endParaRPr lang="en-IN" sz="5200" dirty="0">
              <a:ln w="3175" cmpd="sng">
                <a:noFill/>
              </a:ln>
              <a:latin typeface="+mj-lt"/>
              <a:ea typeface="+mj-ea"/>
              <a:cs typeface="+mj-cs"/>
            </a:endParaRPr>
          </a:p>
          <a:p>
            <a:pPr>
              <a:spcBef>
                <a:spcPct val="0"/>
              </a:spcBef>
              <a:buFont typeface="Wingdings" pitchFamily="2" charset="2"/>
              <a:buChar char="q"/>
            </a:pPr>
            <a:r>
              <a:rPr lang="en-IN" sz="5200" dirty="0">
                <a:ln w="3175" cmpd="sng">
                  <a:noFill/>
                </a:ln>
                <a:latin typeface="+mj-lt"/>
                <a:ea typeface="+mj-ea"/>
                <a:cs typeface="+mj-cs"/>
              </a:rPr>
              <a:t>X Education gets a lot of leads, its lead conversion rate is very poor. For example, if, say, they acquire 100 leads in a day, only about 30 of them are converted.</a:t>
            </a:r>
          </a:p>
          <a:p>
            <a:pPr>
              <a:spcBef>
                <a:spcPct val="0"/>
              </a:spcBef>
              <a:buFont typeface="Wingdings" pitchFamily="2" charset="2"/>
              <a:buChar char="q"/>
            </a:pPr>
            <a:r>
              <a:rPr lang="en-IN" sz="5200" dirty="0">
                <a:ln w="3175" cmpd="sng">
                  <a:noFill/>
                </a:ln>
                <a:latin typeface="+mj-lt"/>
                <a:ea typeface="+mj-ea"/>
                <a:cs typeface="+mj-cs"/>
              </a:rPr>
              <a:t>To make this process more efficient, the company wishes to identify the most potential leads, also known as ‘Hot Leads’.</a:t>
            </a:r>
          </a:p>
          <a:p>
            <a:pPr>
              <a:spcBef>
                <a:spcPct val="0"/>
              </a:spcBef>
              <a:buFont typeface="Wingdings" pitchFamily="2" charset="2"/>
              <a:buChar char="q"/>
            </a:pPr>
            <a:r>
              <a:rPr lang="en-IN" sz="5200" dirty="0">
                <a:ln w="3175" cmpd="sng">
                  <a:noFill/>
                </a:ln>
                <a:latin typeface="+mj-lt"/>
                <a:ea typeface="+mj-ea"/>
                <a:cs typeface="+mj-cs"/>
              </a:rPr>
              <a:t>If they successfully identify this set of leads, the lead conversion rate should go up as the sales team will now be focusing more on communicating with the potential leads rather than making calls to everyone</a:t>
            </a:r>
            <a:r>
              <a:rPr lang="en-IN" dirty="0">
                <a:effectLst/>
                <a:latin typeface="Helvetica Neue" panose="02000503000000020004" pitchFamily="2" charset="0"/>
              </a:rPr>
              <a:t>.</a:t>
            </a:r>
          </a:p>
          <a:p>
            <a:endParaRPr lang="en-US" dirty="0"/>
          </a:p>
        </p:txBody>
      </p:sp>
    </p:spTree>
    <p:extLst>
      <p:ext uri="{BB962C8B-B14F-4D97-AF65-F5344CB8AC3E}">
        <p14:creationId xmlns:p14="http://schemas.microsoft.com/office/powerpoint/2010/main" val="50625232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15C714-3E0A-888B-5E82-3B8BC5021296}"/>
              </a:ext>
            </a:extLst>
          </p:cNvPr>
          <p:cNvSpPr>
            <a:spLocks noGrp="1"/>
          </p:cNvSpPr>
          <p:nvPr>
            <p:ph type="title"/>
          </p:nvPr>
        </p:nvSpPr>
        <p:spPr/>
        <p:txBody>
          <a:bodyPr/>
          <a:lstStyle/>
          <a:p>
            <a:pPr marL="514350">
              <a:lnSpc>
                <a:spcPct val="115000"/>
              </a:lnSpc>
              <a:spcBef>
                <a:spcPts val="1000"/>
              </a:spcBef>
            </a:pPr>
            <a:r>
              <a:rPr lang="en-US" dirty="0"/>
              <a:t>Business Objective:</a:t>
            </a:r>
            <a:endParaRPr lang="en-IN" dirty="0"/>
          </a:p>
        </p:txBody>
      </p:sp>
      <p:sp>
        <p:nvSpPr>
          <p:cNvPr id="3" name="Content Placeholder 2">
            <a:extLst>
              <a:ext uri="{FF2B5EF4-FFF2-40B4-BE49-F238E27FC236}">
                <a16:creationId xmlns:a16="http://schemas.microsoft.com/office/drawing/2014/main" id="{195BAFC3-5F47-84DC-5A69-664B5BE79903}"/>
              </a:ext>
            </a:extLst>
          </p:cNvPr>
          <p:cNvSpPr>
            <a:spLocks noGrp="1"/>
          </p:cNvSpPr>
          <p:nvPr>
            <p:ph idx="1"/>
          </p:nvPr>
        </p:nvSpPr>
        <p:spPr/>
        <p:txBody>
          <a:bodyPr>
            <a:normAutofit fontScale="85000" lnSpcReduction="10000"/>
          </a:bodyPr>
          <a:lstStyle/>
          <a:p>
            <a:pPr>
              <a:lnSpc>
                <a:spcPct val="120000"/>
              </a:lnSpc>
              <a:buFont typeface="Wingdings" pitchFamily="2" charset="2"/>
              <a:buChar char="q"/>
            </a:pPr>
            <a:r>
              <a:rPr lang="en-IN" sz="3200" dirty="0">
                <a:ln w="3175" cmpd="sng">
                  <a:noFill/>
                </a:ln>
                <a:latin typeface="+mj-lt"/>
                <a:ea typeface="+mj-ea"/>
                <a:cs typeface="+mj-cs"/>
              </a:rPr>
              <a:t>X education wants to know most promising leads.</a:t>
            </a:r>
          </a:p>
          <a:p>
            <a:pPr>
              <a:lnSpc>
                <a:spcPct val="120000"/>
              </a:lnSpc>
              <a:buFont typeface="Wingdings" pitchFamily="2" charset="2"/>
              <a:buChar char="q"/>
            </a:pPr>
            <a:endParaRPr lang="en-IN" sz="3200" dirty="0">
              <a:ln w="3175" cmpd="sng">
                <a:noFill/>
              </a:ln>
              <a:latin typeface="+mj-lt"/>
              <a:ea typeface="+mj-ea"/>
              <a:cs typeface="+mj-cs"/>
            </a:endParaRPr>
          </a:p>
          <a:p>
            <a:pPr>
              <a:lnSpc>
                <a:spcPct val="120000"/>
              </a:lnSpc>
              <a:buFont typeface="Wingdings" pitchFamily="2" charset="2"/>
              <a:buChar char="q"/>
            </a:pPr>
            <a:r>
              <a:rPr lang="en-IN" sz="3200" dirty="0">
                <a:ln w="3175" cmpd="sng">
                  <a:noFill/>
                </a:ln>
                <a:latin typeface="+mj-lt"/>
                <a:ea typeface="+mj-ea"/>
                <a:cs typeface="+mj-cs"/>
              </a:rPr>
              <a:t>For that they want to build a Model which identifies the hot leads.</a:t>
            </a:r>
            <a:br>
              <a:rPr lang="en-IN" sz="3200" dirty="0">
                <a:ln w="3175" cmpd="sng">
                  <a:noFill/>
                </a:ln>
                <a:latin typeface="+mj-lt"/>
                <a:ea typeface="+mj-ea"/>
                <a:cs typeface="+mj-cs"/>
              </a:rPr>
            </a:br>
            <a:endParaRPr lang="en-IN" sz="3200" dirty="0">
              <a:ln w="3175" cmpd="sng">
                <a:noFill/>
              </a:ln>
              <a:latin typeface="+mj-lt"/>
              <a:ea typeface="+mj-ea"/>
              <a:cs typeface="+mj-cs"/>
            </a:endParaRPr>
          </a:p>
          <a:p>
            <a:pPr>
              <a:lnSpc>
                <a:spcPct val="120000"/>
              </a:lnSpc>
              <a:buFont typeface="Wingdings" pitchFamily="2" charset="2"/>
              <a:buChar char="q"/>
            </a:pPr>
            <a:r>
              <a:rPr lang="en-IN" sz="3200" dirty="0">
                <a:ln w="3175" cmpd="sng">
                  <a:noFill/>
                </a:ln>
                <a:latin typeface="+mj-lt"/>
                <a:ea typeface="+mj-ea"/>
                <a:cs typeface="+mj-cs"/>
              </a:rPr>
              <a:t>Deployment of the model for the future use.</a:t>
            </a:r>
          </a:p>
          <a:p>
            <a:endParaRPr lang="en-US" dirty="0"/>
          </a:p>
        </p:txBody>
      </p:sp>
    </p:spTree>
    <p:extLst>
      <p:ext uri="{BB962C8B-B14F-4D97-AF65-F5344CB8AC3E}">
        <p14:creationId xmlns:p14="http://schemas.microsoft.com/office/powerpoint/2010/main" val="369383113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6FEE57-87D9-088C-3066-1A8604DFFA52}"/>
              </a:ext>
            </a:extLst>
          </p:cNvPr>
          <p:cNvSpPr>
            <a:spLocks noGrp="1"/>
          </p:cNvSpPr>
          <p:nvPr>
            <p:ph type="title"/>
          </p:nvPr>
        </p:nvSpPr>
        <p:spPr/>
        <p:txBody>
          <a:bodyPr/>
          <a:lstStyle/>
          <a:p>
            <a:r>
              <a:rPr lang="en-US" dirty="0"/>
              <a:t>Solution Methodology</a:t>
            </a:r>
          </a:p>
        </p:txBody>
      </p:sp>
      <p:sp>
        <p:nvSpPr>
          <p:cNvPr id="3" name="Content Placeholder 2">
            <a:extLst>
              <a:ext uri="{FF2B5EF4-FFF2-40B4-BE49-F238E27FC236}">
                <a16:creationId xmlns:a16="http://schemas.microsoft.com/office/drawing/2014/main" id="{E4343308-2B05-FBB5-35F4-811980A25DE5}"/>
              </a:ext>
            </a:extLst>
          </p:cNvPr>
          <p:cNvSpPr>
            <a:spLocks noGrp="1"/>
          </p:cNvSpPr>
          <p:nvPr>
            <p:ph sz="half" idx="1"/>
          </p:nvPr>
        </p:nvSpPr>
        <p:spPr/>
        <p:txBody>
          <a:bodyPr>
            <a:normAutofit fontScale="85000" lnSpcReduction="20000"/>
          </a:bodyPr>
          <a:lstStyle/>
          <a:p>
            <a:pPr marL="0" indent="0">
              <a:buNone/>
            </a:pPr>
            <a:r>
              <a:rPr lang="en-US" b="1" u="sng" dirty="0">
                <a:ln w="3175" cmpd="sng">
                  <a:noFill/>
                </a:ln>
                <a:latin typeface="+mj-lt"/>
                <a:ea typeface="+mj-ea"/>
                <a:cs typeface="+mj-cs"/>
              </a:rPr>
              <a:t>Data cleaning and data manipulation</a:t>
            </a:r>
          </a:p>
          <a:p>
            <a:pPr lvl="0">
              <a:lnSpc>
                <a:spcPct val="115000"/>
              </a:lnSpc>
              <a:spcBef>
                <a:spcPts val="155"/>
              </a:spcBef>
              <a:spcAft>
                <a:spcPts val="1000"/>
              </a:spcAft>
              <a:buSzPts val="1900"/>
              <a:buFont typeface="Wingdings" pitchFamily="2" charset="2"/>
              <a:buChar char="§"/>
              <a:tabLst>
                <a:tab pos="1225550" algn="l"/>
                <a:tab pos="1226185" algn="l"/>
              </a:tabLst>
            </a:pPr>
            <a:r>
              <a:rPr lang="en-US" dirty="0">
                <a:ln w="3175" cmpd="sng">
                  <a:noFill/>
                </a:ln>
                <a:latin typeface="+mj-lt"/>
                <a:ea typeface="+mj-ea"/>
                <a:cs typeface="+mj-cs"/>
              </a:rPr>
              <a:t>Check and handle duplicate data</a:t>
            </a:r>
            <a:r>
              <a:rPr lang="en-US" sz="1800" spc="-5" dirty="0">
                <a:solidFill>
                  <a:srgbClr val="404040"/>
                </a:solidFill>
                <a:effectLst/>
                <a:latin typeface="Impact" panose="020B0806030902050204" pitchFamily="34" charset="0"/>
                <a:ea typeface="Calibri" panose="020F0502020204030204" pitchFamily="34" charset="0"/>
                <a:cs typeface="Times New Roman" panose="02020603050405020304" pitchFamily="18" charset="0"/>
              </a:rPr>
              <a:t>.</a:t>
            </a:r>
            <a:endParaRPr lang="en-IN" sz="1800" spc="-5" dirty="0">
              <a:effectLst/>
              <a:latin typeface="Impact" panose="020B0806030902050204" pitchFamily="34" charset="0"/>
              <a:ea typeface="Calibri" panose="020F0502020204030204" pitchFamily="34" charset="0"/>
              <a:cs typeface="Times New Roman" panose="02020603050405020304" pitchFamily="18" charset="0"/>
            </a:endParaRPr>
          </a:p>
          <a:p>
            <a:pPr lvl="0">
              <a:buFont typeface="Wingdings" pitchFamily="2" charset="2"/>
              <a:buChar char="§"/>
              <a:tabLst>
                <a:tab pos="1225550" algn="l"/>
                <a:tab pos="1226185" algn="l"/>
              </a:tabLst>
            </a:pPr>
            <a:r>
              <a:rPr lang="en-US" dirty="0">
                <a:ln w="3175" cmpd="sng">
                  <a:noFill/>
                </a:ln>
                <a:latin typeface="+mj-lt"/>
                <a:ea typeface="+mj-ea"/>
                <a:cs typeface="+mj-cs"/>
              </a:rPr>
              <a:t>Check and handle NA values and missing values.</a:t>
            </a:r>
            <a:endParaRPr lang="en-IN" dirty="0">
              <a:ln w="3175" cmpd="sng">
                <a:noFill/>
              </a:ln>
              <a:latin typeface="+mj-lt"/>
              <a:ea typeface="+mj-ea"/>
              <a:cs typeface="+mj-cs"/>
            </a:endParaRPr>
          </a:p>
          <a:p>
            <a:pPr lvl="0">
              <a:buFont typeface="Wingdings" pitchFamily="2" charset="2"/>
              <a:buChar char="§"/>
              <a:tabLst>
                <a:tab pos="1225550" algn="l"/>
                <a:tab pos="1226185" algn="l"/>
              </a:tabLst>
            </a:pPr>
            <a:r>
              <a:rPr lang="en-US" dirty="0">
                <a:ln w="3175" cmpd="sng">
                  <a:noFill/>
                </a:ln>
                <a:latin typeface="+mj-lt"/>
                <a:ea typeface="+mj-ea"/>
                <a:cs typeface="+mj-cs"/>
              </a:rPr>
              <a:t>Drop columns, if it contains large number of missing values and not useful for the analysis.</a:t>
            </a:r>
            <a:endParaRPr lang="en-IN" dirty="0">
              <a:ln w="3175" cmpd="sng">
                <a:noFill/>
              </a:ln>
              <a:latin typeface="+mj-lt"/>
              <a:ea typeface="+mj-ea"/>
              <a:cs typeface="+mj-cs"/>
            </a:endParaRPr>
          </a:p>
          <a:p>
            <a:pPr lvl="0">
              <a:buFont typeface="Wingdings" pitchFamily="2" charset="2"/>
              <a:buChar char="§"/>
              <a:tabLst>
                <a:tab pos="1225550" algn="l"/>
                <a:tab pos="1226185" algn="l"/>
              </a:tabLst>
            </a:pPr>
            <a:r>
              <a:rPr lang="en-US" dirty="0">
                <a:ln w="3175" cmpd="sng">
                  <a:noFill/>
                </a:ln>
                <a:latin typeface="+mj-lt"/>
                <a:ea typeface="+mj-ea"/>
                <a:cs typeface="+mj-cs"/>
              </a:rPr>
              <a:t>Imputation of the values, if necessary.</a:t>
            </a:r>
            <a:endParaRPr lang="en-IN" dirty="0">
              <a:ln w="3175" cmpd="sng">
                <a:noFill/>
              </a:ln>
              <a:latin typeface="+mj-lt"/>
              <a:ea typeface="+mj-ea"/>
              <a:cs typeface="+mj-cs"/>
            </a:endParaRPr>
          </a:p>
          <a:p>
            <a:pPr lvl="0">
              <a:buFont typeface="Wingdings" pitchFamily="2" charset="2"/>
              <a:buChar char="§"/>
              <a:tabLst>
                <a:tab pos="1225550" algn="l"/>
                <a:tab pos="1226185" algn="l"/>
              </a:tabLst>
            </a:pPr>
            <a:r>
              <a:rPr lang="en-US" dirty="0">
                <a:ln w="3175" cmpd="sng">
                  <a:noFill/>
                </a:ln>
                <a:latin typeface="+mj-lt"/>
                <a:ea typeface="+mj-ea"/>
                <a:cs typeface="+mj-cs"/>
              </a:rPr>
              <a:t>Check and handle outliers in data</a:t>
            </a:r>
            <a:r>
              <a:rPr lang="en-US" sz="1800" spc="-5" dirty="0">
                <a:solidFill>
                  <a:srgbClr val="404040"/>
                </a:solidFill>
                <a:effectLst/>
                <a:latin typeface="Impact" panose="020B0806030902050204" pitchFamily="34" charset="0"/>
                <a:ea typeface="Calibri" panose="020F0502020204030204" pitchFamily="34" charset="0"/>
                <a:cs typeface="Times New Roman" panose="02020603050405020304" pitchFamily="18" charset="0"/>
              </a:rPr>
              <a:t>.</a:t>
            </a:r>
            <a:endParaRPr lang="en-IN" sz="1800" spc="-5" dirty="0">
              <a:effectLst/>
              <a:latin typeface="Impact" panose="020B0806030902050204" pitchFamily="34" charset="0"/>
              <a:ea typeface="Calibri" panose="020F0502020204030204" pitchFamily="34" charset="0"/>
              <a:cs typeface="Times New Roman" panose="02020603050405020304" pitchFamily="18" charset="0"/>
            </a:endParaRPr>
          </a:p>
          <a:p>
            <a:pPr marL="0" indent="0">
              <a:buNone/>
            </a:pPr>
            <a:endParaRPr lang="en-US" dirty="0"/>
          </a:p>
        </p:txBody>
      </p:sp>
      <p:sp>
        <p:nvSpPr>
          <p:cNvPr id="4" name="Content Placeholder 3">
            <a:extLst>
              <a:ext uri="{FF2B5EF4-FFF2-40B4-BE49-F238E27FC236}">
                <a16:creationId xmlns:a16="http://schemas.microsoft.com/office/drawing/2014/main" id="{745D10F3-6E8F-2604-74C6-A4DE32EB8B9F}"/>
              </a:ext>
            </a:extLst>
          </p:cNvPr>
          <p:cNvSpPr>
            <a:spLocks noGrp="1"/>
          </p:cNvSpPr>
          <p:nvPr>
            <p:ph sz="half" idx="2"/>
          </p:nvPr>
        </p:nvSpPr>
        <p:spPr/>
        <p:txBody>
          <a:bodyPr>
            <a:normAutofit fontScale="85000" lnSpcReduction="20000"/>
          </a:bodyPr>
          <a:lstStyle/>
          <a:p>
            <a:pPr marL="0" indent="0">
              <a:buNone/>
            </a:pPr>
            <a:r>
              <a:rPr lang="en-US" b="1" u="sng" dirty="0">
                <a:ln w="3175" cmpd="sng">
                  <a:noFill/>
                </a:ln>
                <a:latin typeface="+mj-lt"/>
                <a:ea typeface="+mj-ea"/>
                <a:cs typeface="+mj-cs"/>
              </a:rPr>
              <a:t>Exploratory Data Analysis</a:t>
            </a:r>
          </a:p>
          <a:p>
            <a:pPr lvl="0">
              <a:lnSpc>
                <a:spcPct val="115000"/>
              </a:lnSpc>
              <a:spcBef>
                <a:spcPts val="250"/>
              </a:spcBef>
              <a:spcAft>
                <a:spcPts val="1000"/>
              </a:spcAft>
              <a:buClr>
                <a:srgbClr val="90C225"/>
              </a:buClr>
              <a:buSzPts val="1450"/>
              <a:buFont typeface="Wingdings" pitchFamily="2" charset="2"/>
              <a:buChar char="§"/>
              <a:tabLst>
                <a:tab pos="1085215" algn="l"/>
              </a:tabLst>
            </a:pPr>
            <a:r>
              <a:rPr lang="en-US" dirty="0">
                <a:ln w="3175" cmpd="sng">
                  <a:noFill/>
                </a:ln>
                <a:latin typeface="+mj-lt"/>
                <a:ea typeface="+mj-ea"/>
                <a:cs typeface="+mj-cs"/>
              </a:rPr>
              <a:t>Univariate data analysis: value count, distribution of variable etc.</a:t>
            </a:r>
            <a:endParaRPr lang="en-IN" dirty="0">
              <a:ln w="3175" cmpd="sng">
                <a:noFill/>
              </a:ln>
              <a:latin typeface="+mj-lt"/>
              <a:ea typeface="+mj-ea"/>
              <a:cs typeface="+mj-cs"/>
            </a:endParaRPr>
          </a:p>
          <a:p>
            <a:pPr lvl="0">
              <a:lnSpc>
                <a:spcPct val="115000"/>
              </a:lnSpc>
              <a:spcBef>
                <a:spcPts val="605"/>
              </a:spcBef>
              <a:spcAft>
                <a:spcPts val="1000"/>
              </a:spcAft>
              <a:buClr>
                <a:srgbClr val="90C225"/>
              </a:buClr>
              <a:buSzPts val="1450"/>
              <a:buFont typeface="Wingdings" pitchFamily="2" charset="2"/>
              <a:buChar char="§"/>
              <a:tabLst>
                <a:tab pos="1085215" algn="l"/>
              </a:tabLst>
            </a:pPr>
            <a:r>
              <a:rPr lang="en-US" dirty="0">
                <a:ln w="3175" cmpd="sng">
                  <a:noFill/>
                </a:ln>
                <a:latin typeface="+mj-lt"/>
                <a:ea typeface="+mj-ea"/>
                <a:cs typeface="+mj-cs"/>
              </a:rPr>
              <a:t>Bivariate data analysis: correlation coefficients and pattern between the variables etc</a:t>
            </a:r>
            <a:r>
              <a:rPr lang="en-US" sz="1800" spc="-5" dirty="0">
                <a:solidFill>
                  <a:srgbClr val="404040"/>
                </a:solidFill>
                <a:effectLst/>
                <a:latin typeface="Impact" panose="020B0806030902050204" pitchFamily="34" charset="0"/>
                <a:ea typeface="Calibri" panose="020F0502020204030204" pitchFamily="34" charset="0"/>
                <a:cs typeface="Times New Roman" panose="02020603050405020304" pitchFamily="18" charset="0"/>
              </a:rPr>
              <a:t>.</a:t>
            </a:r>
            <a:endParaRPr lang="en-IN" sz="1800" spc="-5" dirty="0">
              <a:effectLst/>
              <a:latin typeface="Impact" panose="020B0806030902050204" pitchFamily="34" charset="0"/>
              <a:ea typeface="Calibri" panose="020F0502020204030204" pitchFamily="34" charset="0"/>
              <a:cs typeface="Times New Roman" panose="02020603050405020304" pitchFamily="18" charset="0"/>
            </a:endParaRPr>
          </a:p>
          <a:p>
            <a:pPr marL="0" indent="0">
              <a:buNone/>
            </a:pPr>
            <a:endParaRPr lang="en-US" b="1" dirty="0"/>
          </a:p>
        </p:txBody>
      </p:sp>
    </p:spTree>
    <p:extLst>
      <p:ext uri="{BB962C8B-B14F-4D97-AF65-F5344CB8AC3E}">
        <p14:creationId xmlns:p14="http://schemas.microsoft.com/office/powerpoint/2010/main" val="191655800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94C325-5472-0F9F-58F3-3AAABE34A3A4}"/>
              </a:ext>
            </a:extLst>
          </p:cNvPr>
          <p:cNvSpPr>
            <a:spLocks noGrp="1"/>
          </p:cNvSpPr>
          <p:nvPr>
            <p:ph type="title"/>
          </p:nvPr>
        </p:nvSpPr>
        <p:spPr>
          <a:xfrm>
            <a:off x="1295402" y="982133"/>
            <a:ext cx="9601196" cy="341342"/>
          </a:xfrm>
        </p:spPr>
        <p:txBody>
          <a:bodyPr>
            <a:normAutofit fontScale="90000"/>
          </a:bodyPr>
          <a:lstStyle/>
          <a:p>
            <a:r>
              <a:rPr lang="en-US" dirty="0"/>
              <a:t>Data Manipulation</a:t>
            </a:r>
          </a:p>
        </p:txBody>
      </p:sp>
      <p:sp>
        <p:nvSpPr>
          <p:cNvPr id="3" name="Content Placeholder 2">
            <a:extLst>
              <a:ext uri="{FF2B5EF4-FFF2-40B4-BE49-F238E27FC236}">
                <a16:creationId xmlns:a16="http://schemas.microsoft.com/office/drawing/2014/main" id="{C08B2D08-8F19-65E3-588B-CE49EA77EA6E}"/>
              </a:ext>
            </a:extLst>
          </p:cNvPr>
          <p:cNvSpPr>
            <a:spLocks noGrp="1"/>
          </p:cNvSpPr>
          <p:nvPr>
            <p:ph idx="1"/>
          </p:nvPr>
        </p:nvSpPr>
        <p:spPr/>
        <p:txBody>
          <a:bodyPr>
            <a:normAutofit fontScale="25000" lnSpcReduction="20000"/>
          </a:bodyPr>
          <a:lstStyle/>
          <a:p>
            <a:pPr>
              <a:buFont typeface="Wingdings" pitchFamily="2" charset="2"/>
              <a:buChar char="§"/>
            </a:pPr>
            <a:r>
              <a:rPr lang="en-IN" sz="6400" dirty="0">
                <a:ln w="3175" cmpd="sng">
                  <a:noFill/>
                </a:ln>
                <a:latin typeface="+mj-lt"/>
                <a:ea typeface="+mj-ea"/>
                <a:cs typeface="+mj-cs"/>
              </a:rPr>
              <a:t>Total Number of Rows =37, Total Number of Columns =9240.</a:t>
            </a:r>
          </a:p>
          <a:p>
            <a:pPr>
              <a:buFont typeface="Wingdings" pitchFamily="2" charset="2"/>
              <a:buChar char="§"/>
            </a:pPr>
            <a:r>
              <a:rPr lang="en-IN" sz="6400" dirty="0">
                <a:ln w="3175" cmpd="sng">
                  <a:noFill/>
                </a:ln>
                <a:latin typeface="+mj-lt"/>
                <a:ea typeface="+mj-ea"/>
                <a:cs typeface="+mj-cs"/>
              </a:rPr>
              <a:t>Single value features like “Magazine”, “Receive More Updates About Our Courses”, “Update me on Supply”</a:t>
            </a:r>
          </a:p>
          <a:p>
            <a:pPr>
              <a:buFont typeface="Wingdings" pitchFamily="2" charset="2"/>
              <a:buChar char="§"/>
            </a:pPr>
            <a:r>
              <a:rPr lang="en-IN" sz="6400" dirty="0">
                <a:ln w="3175" cmpd="sng">
                  <a:noFill/>
                </a:ln>
                <a:latin typeface="+mj-lt"/>
                <a:ea typeface="+mj-ea"/>
                <a:cs typeface="+mj-cs"/>
              </a:rPr>
              <a:t>Chain Content”, “Get updates on DM Content”, “I agree to pay the amount through cheque” etc. have been dropped.</a:t>
            </a:r>
            <a:endParaRPr lang="en-IN" sz="8000" dirty="0">
              <a:ln w="3175" cmpd="sng">
                <a:noFill/>
              </a:ln>
              <a:latin typeface="+mj-lt"/>
              <a:ea typeface="+mj-ea"/>
              <a:cs typeface="+mj-cs"/>
            </a:endParaRPr>
          </a:p>
          <a:p>
            <a:pPr>
              <a:buFont typeface="Wingdings" pitchFamily="2" charset="2"/>
              <a:buChar char="§"/>
            </a:pPr>
            <a:r>
              <a:rPr lang="en-IN" sz="6400" dirty="0">
                <a:ln w="3175" cmpd="sng">
                  <a:noFill/>
                </a:ln>
                <a:latin typeface="+mj-lt"/>
                <a:ea typeface="+mj-ea"/>
                <a:cs typeface="+mj-cs"/>
              </a:rPr>
              <a:t>Removing the “Prospect ID” and “Lead Number” which is not necessary for the analysis.</a:t>
            </a:r>
          </a:p>
          <a:p>
            <a:pPr>
              <a:buFont typeface="Wingdings" pitchFamily="2" charset="2"/>
              <a:buChar char="§"/>
            </a:pPr>
            <a:r>
              <a:rPr lang="en-IN" sz="6400" dirty="0">
                <a:ln w="3175" cmpd="sng">
                  <a:noFill/>
                </a:ln>
                <a:latin typeface="+mj-lt"/>
                <a:ea typeface="+mj-ea"/>
                <a:cs typeface="+mj-cs"/>
              </a:rPr>
              <a:t>After checking for the value counts for some of the object type variables, we find some of the features which has no enough variance, which we have dropped, the features are: “Do Not Call”, “What matters most to you in choosing course”, “Search”, “Newspaper</a:t>
            </a:r>
          </a:p>
          <a:p>
            <a:pPr>
              <a:buFont typeface="Wingdings" pitchFamily="2" charset="2"/>
              <a:buChar char="§"/>
            </a:pPr>
            <a:r>
              <a:rPr lang="en-IN" sz="6400" dirty="0">
                <a:ln w="3175" cmpd="sng">
                  <a:noFill/>
                </a:ln>
                <a:latin typeface="+mj-lt"/>
                <a:ea typeface="+mj-ea"/>
                <a:cs typeface="+mj-cs"/>
              </a:rPr>
              <a:t>Article”, “X Education Forums”, “Newspaper”, “Digital Advertisement” etc.</a:t>
            </a:r>
          </a:p>
          <a:p>
            <a:pPr>
              <a:buFont typeface="Wingdings" pitchFamily="2" charset="2"/>
              <a:buChar char="§"/>
            </a:pPr>
            <a:r>
              <a:rPr lang="en-IN" sz="6400" dirty="0">
                <a:ln w="3175" cmpd="sng">
                  <a:noFill/>
                </a:ln>
                <a:latin typeface="+mj-lt"/>
                <a:ea typeface="+mj-ea"/>
                <a:cs typeface="+mj-cs"/>
              </a:rPr>
              <a:t>Dropping the columns having more than 35% as missing value such as ‘How did you hear about X Education’ and ‘Lead Profile</a:t>
            </a:r>
            <a:r>
              <a:rPr lang="en-IN" sz="8000" dirty="0">
                <a:ln w="3175" cmpd="sng">
                  <a:noFill/>
                </a:ln>
                <a:latin typeface="+mj-lt"/>
                <a:ea typeface="+mj-ea"/>
                <a:cs typeface="+mj-cs"/>
              </a:rPr>
              <a:t>’.</a:t>
            </a:r>
          </a:p>
          <a:p>
            <a:endParaRPr lang="en-US" dirty="0"/>
          </a:p>
        </p:txBody>
      </p:sp>
    </p:spTree>
    <p:extLst>
      <p:ext uri="{BB962C8B-B14F-4D97-AF65-F5344CB8AC3E}">
        <p14:creationId xmlns:p14="http://schemas.microsoft.com/office/powerpoint/2010/main" val="39658936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92EB50-0A24-F413-CA76-9D7B2488F98A}"/>
              </a:ext>
            </a:extLst>
          </p:cNvPr>
          <p:cNvSpPr>
            <a:spLocks noGrp="1"/>
          </p:cNvSpPr>
          <p:nvPr>
            <p:ph type="title"/>
          </p:nvPr>
        </p:nvSpPr>
        <p:spPr/>
        <p:txBody>
          <a:bodyPr/>
          <a:lstStyle/>
          <a:p>
            <a:r>
              <a:rPr lang="en-US"/>
              <a:t>EDA</a:t>
            </a:r>
            <a:endParaRPr lang="en-US" dirty="0"/>
          </a:p>
        </p:txBody>
      </p:sp>
      <p:pic>
        <p:nvPicPr>
          <p:cNvPr id="23" name="image6.jpeg">
            <a:extLst>
              <a:ext uri="{FF2B5EF4-FFF2-40B4-BE49-F238E27FC236}">
                <a16:creationId xmlns:a16="http://schemas.microsoft.com/office/drawing/2014/main" id="{08B29130-3F32-FD92-BD67-44DAC0A92701}"/>
              </a:ext>
            </a:extLst>
          </p:cNvPr>
          <p:cNvPicPr>
            <a:picLocks noGrp="1" noChangeAspect="1"/>
          </p:cNvPicPr>
          <p:nvPr>
            <p:ph idx="1"/>
          </p:nvPr>
        </p:nvPicPr>
        <p:blipFill>
          <a:blip r:embed="rId2" cstate="print"/>
          <a:stretch>
            <a:fillRect/>
          </a:stretch>
        </p:blipFill>
        <p:spPr>
          <a:xfrm>
            <a:off x="1295402" y="2557463"/>
            <a:ext cx="9148761" cy="3317875"/>
          </a:xfrm>
          <a:prstGeom prst="rect">
            <a:avLst/>
          </a:prstGeom>
        </p:spPr>
      </p:pic>
    </p:spTree>
    <p:extLst>
      <p:ext uri="{BB962C8B-B14F-4D97-AF65-F5344CB8AC3E}">
        <p14:creationId xmlns:p14="http://schemas.microsoft.com/office/powerpoint/2010/main" val="238093926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blipFill>
          <a:blip r:embed="rId2"/>
          <a:stretch/>
        </a:blipFill>
        <a:effectLst/>
      </p:bgPr>
    </p:bg>
    <p:spTree>
      <p:nvGrpSpPr>
        <p:cNvPr id="1" name=""/>
        <p:cNvGrpSpPr/>
        <p:nvPr/>
      </p:nvGrpSpPr>
      <p:grpSpPr>
        <a:xfrm>
          <a:off x="0" y="0"/>
          <a:ext cx="0" cy="0"/>
          <a:chOff x="0" y="0"/>
          <a:chExt cx="0" cy="0"/>
        </a:xfrm>
      </p:grpSpPr>
      <p:sp useBgFill="1">
        <p:nvSpPr>
          <p:cNvPr id="29" name="Rectangle 28">
            <a:extLst>
              <a:ext uri="{FF2B5EF4-FFF2-40B4-BE49-F238E27FC236}">
                <a16:creationId xmlns:a16="http://schemas.microsoft.com/office/drawing/2014/main" id="{4A2AAA7B-DD5A-486B-B28F-F1958831530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31" name="Group 30">
            <a:extLst>
              <a:ext uri="{FF2B5EF4-FFF2-40B4-BE49-F238E27FC236}">
                <a16:creationId xmlns:a16="http://schemas.microsoft.com/office/drawing/2014/main" id="{3DB99B21-A649-42D2-BB86-486C2E73A08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5736" y="0"/>
            <a:ext cx="12229962" cy="6856214"/>
            <a:chOff x="-15736" y="0"/>
            <a:chExt cx="12229962" cy="6856214"/>
          </a:xfrm>
        </p:grpSpPr>
        <p:pic>
          <p:nvPicPr>
            <p:cNvPr id="32" name="Picture 31">
              <a:extLst>
                <a:ext uri="{FF2B5EF4-FFF2-40B4-BE49-F238E27FC236}">
                  <a16:creationId xmlns:a16="http://schemas.microsoft.com/office/drawing/2014/main" id="{4A631EEB-EF96-4032-8B47-62220C1316EB}"/>
                </a:ext>
                <a:ext uri="{C183D7F6-B498-43B3-948B-1728B52AA6E4}">
                  <adec:decorative xmlns:adec="http://schemas.microsoft.com/office/drawing/2017/decorative" val="1"/>
                </a:ext>
              </a:extLst>
            </p:cNvPr>
            <p:cNvPicPr>
              <a:picLocks noChangeAspect="1"/>
            </p:cNvPicPr>
            <p:nvPr>
              <p:extLst>
                <p:ext uri="{386F3935-93C4-4BCD-93E2-E3B085C9AB24}">
                  <p16:designElem xmlns:p16="http://schemas.microsoft.com/office/powerpoint/2015/main" val="1"/>
                </p:ext>
              </p:extLst>
            </p:nvPr>
          </p:nvPicPr>
          <p:blipFill>
            <a:blip r:embed="rId3">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33" name="Rectangle 32">
              <a:extLst>
                <a:ext uri="{FF2B5EF4-FFF2-40B4-BE49-F238E27FC236}">
                  <a16:creationId xmlns:a16="http://schemas.microsoft.com/office/drawing/2014/main" id="{90B37569-6E3D-4B34-AD3E-0FC79D7CB98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012" y="609600"/>
              <a:ext cx="10972800" cy="5638800"/>
            </a:xfrm>
            <a:prstGeom prst="rect">
              <a:avLst/>
            </a:prstGeom>
            <a:noFill/>
            <a:ln w="15875" cap="flat">
              <a:miter lim="800000"/>
            </a:ln>
          </p:spPr>
          <p:style>
            <a:lnRef idx="1">
              <a:schemeClr val="accent1"/>
            </a:lnRef>
            <a:fillRef idx="3">
              <a:schemeClr val="accent1"/>
            </a:fillRef>
            <a:effectRef idx="2">
              <a:schemeClr val="accent1"/>
            </a:effectRef>
            <a:fontRef idx="minor">
              <a:schemeClr val="lt1"/>
            </a:fontRef>
          </p:style>
        </p:sp>
        <p:pic>
          <p:nvPicPr>
            <p:cNvPr id="34" name="Picture 33">
              <a:extLst>
                <a:ext uri="{FF2B5EF4-FFF2-40B4-BE49-F238E27FC236}">
                  <a16:creationId xmlns:a16="http://schemas.microsoft.com/office/drawing/2014/main" id="{A3A0A741-DE46-43B7-A732-2C6D71E7B115}"/>
                </a:ext>
                <a:ext uri="{C183D7F6-B498-43B3-948B-1728B52AA6E4}">
                  <adec:decorative xmlns:adec="http://schemas.microsoft.com/office/drawing/2017/decorative" val="1"/>
                </a:ext>
              </a:extLst>
            </p:cNvPr>
            <p:cNvPicPr>
              <a:picLocks noChangeAspect="1"/>
            </p:cNvPicPr>
            <p:nvPr>
              <p:extLst>
                <p:ext uri="{386F3935-93C4-4BCD-93E2-E3B085C9AB24}">
                  <p16:designElem xmlns:p16="http://schemas.microsoft.com/office/powerpoint/2015/main" val="1"/>
                </p:ext>
              </p:extLst>
            </p:nvPr>
          </p:nvPicPr>
          <p:blipFill rotWithShape="1">
            <a:blip r:embed="rId4">
              <a:extLst>
                <a:ext uri="{28A0092B-C50C-407E-A947-70E740481C1C}">
                  <a14:useLocalDpi xmlns:a14="http://schemas.microsoft.com/office/drawing/2010/main" val="0"/>
                </a:ext>
              </a:extLst>
            </a:blip>
            <a:srcRect/>
            <a:stretch/>
          </p:blipFill>
          <p:spPr>
            <a:xfrm>
              <a:off x="-15736" y="3153832"/>
              <a:ext cx="777240" cy="606425"/>
            </a:xfrm>
            <a:prstGeom prst="rect">
              <a:avLst/>
            </a:prstGeom>
          </p:spPr>
        </p:pic>
        <p:pic>
          <p:nvPicPr>
            <p:cNvPr id="35" name="Picture 34">
              <a:extLst>
                <a:ext uri="{FF2B5EF4-FFF2-40B4-BE49-F238E27FC236}">
                  <a16:creationId xmlns:a16="http://schemas.microsoft.com/office/drawing/2014/main" id="{3FB4AD13-112F-436E-9596-F7557110C0DC}"/>
                </a:ext>
                <a:ext uri="{C183D7F6-B498-43B3-948B-1728B52AA6E4}">
                  <adec:decorative xmlns:adec="http://schemas.microsoft.com/office/drawing/2017/decorative" val="1"/>
                </a:ext>
              </a:extLst>
            </p:cNvPr>
            <p:cNvPicPr>
              <a:picLocks noChangeAspect="1"/>
            </p:cNvPicPr>
            <p:nvPr>
              <p:extLst>
                <p:ext uri="{386F3935-93C4-4BCD-93E2-E3B085C9AB24}">
                  <p16:designElem xmlns:p16="http://schemas.microsoft.com/office/powerpoint/2015/main" val="1"/>
                </p:ext>
              </p:extLst>
            </p:nvPr>
          </p:nvPicPr>
          <p:blipFill rotWithShape="1">
            <a:blip r:embed="rId4">
              <a:extLst>
                <a:ext uri="{28A0092B-C50C-407E-A947-70E740481C1C}">
                  <a14:useLocalDpi xmlns:a14="http://schemas.microsoft.com/office/drawing/2010/main" val="0"/>
                </a:ext>
              </a:extLst>
            </a:blip>
            <a:srcRect/>
            <a:stretch/>
          </p:blipFill>
          <p:spPr>
            <a:xfrm>
              <a:off x="11436986" y="3153832"/>
              <a:ext cx="777240" cy="606425"/>
            </a:xfrm>
            <a:prstGeom prst="rect">
              <a:avLst/>
            </a:prstGeom>
          </p:spPr>
        </p:pic>
      </p:grpSp>
      <p:sp>
        <p:nvSpPr>
          <p:cNvPr id="2" name="Title 1">
            <a:extLst>
              <a:ext uri="{FF2B5EF4-FFF2-40B4-BE49-F238E27FC236}">
                <a16:creationId xmlns:a16="http://schemas.microsoft.com/office/drawing/2014/main" id="{F292EB50-0A24-F413-CA76-9D7B2488F98A}"/>
              </a:ext>
            </a:extLst>
          </p:cNvPr>
          <p:cNvSpPr>
            <a:spLocks noGrp="1"/>
          </p:cNvSpPr>
          <p:nvPr>
            <p:ph type="title"/>
          </p:nvPr>
        </p:nvSpPr>
        <p:spPr>
          <a:xfrm>
            <a:off x="1180101" y="982132"/>
            <a:ext cx="6354633" cy="1303867"/>
          </a:xfrm>
        </p:spPr>
        <p:txBody>
          <a:bodyPr>
            <a:normAutofit/>
          </a:bodyPr>
          <a:lstStyle/>
          <a:p>
            <a:endParaRPr lang="en-US" dirty="0"/>
          </a:p>
        </p:txBody>
      </p:sp>
      <p:cxnSp>
        <p:nvCxnSpPr>
          <p:cNvPr id="37" name="Straight Connector 36">
            <a:extLst>
              <a:ext uri="{FF2B5EF4-FFF2-40B4-BE49-F238E27FC236}">
                <a16:creationId xmlns:a16="http://schemas.microsoft.com/office/drawing/2014/main" id="{496D98D9-A8AD-432E-BD4E-FF80012442F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477057" y="2400639"/>
            <a:ext cx="5760720" cy="0"/>
          </a:xfrm>
          <a:prstGeom prst="line">
            <a:avLst/>
          </a:prstGeom>
        </p:spPr>
        <p:style>
          <a:lnRef idx="2">
            <a:schemeClr val="accent1"/>
          </a:lnRef>
          <a:fillRef idx="0">
            <a:schemeClr val="accent1"/>
          </a:fillRef>
          <a:effectRef idx="1">
            <a:schemeClr val="accent1"/>
          </a:effectRef>
          <a:fontRef idx="minor">
            <a:schemeClr val="tx1"/>
          </a:fontRef>
        </p:style>
      </p:cxnSp>
      <p:pic>
        <p:nvPicPr>
          <p:cNvPr id="5" name="image7.png">
            <a:extLst>
              <a:ext uri="{FF2B5EF4-FFF2-40B4-BE49-F238E27FC236}">
                <a16:creationId xmlns:a16="http://schemas.microsoft.com/office/drawing/2014/main" id="{6D6D63A0-C04A-5268-5DCB-74F4FD2EC6E2}"/>
              </a:ext>
            </a:extLst>
          </p:cNvPr>
          <p:cNvPicPr>
            <a:picLocks noChangeAspect="1"/>
          </p:cNvPicPr>
          <p:nvPr/>
        </p:nvPicPr>
        <p:blipFill rotWithShape="1">
          <a:blip r:embed="rId5" cstate="print"/>
          <a:srcRect r="5264" b="7"/>
          <a:stretch/>
        </p:blipFill>
        <p:spPr>
          <a:xfrm>
            <a:off x="8137325" y="1158024"/>
            <a:ext cx="2839277" cy="2066544"/>
          </a:xfrm>
          <a:prstGeom prst="rect">
            <a:avLst/>
          </a:prstGeom>
          <a:ln w="57150" cmpd="thickThin">
            <a:solidFill>
              <a:schemeClr val="tx1">
                <a:lumMod val="50000"/>
                <a:lumOff val="50000"/>
              </a:schemeClr>
            </a:solidFill>
            <a:miter lim="800000"/>
          </a:ln>
        </p:spPr>
      </p:pic>
      <p:pic>
        <p:nvPicPr>
          <p:cNvPr id="6" name="image8.png">
            <a:extLst>
              <a:ext uri="{FF2B5EF4-FFF2-40B4-BE49-F238E27FC236}">
                <a16:creationId xmlns:a16="http://schemas.microsoft.com/office/drawing/2014/main" id="{451766A3-D052-5F73-B768-EDEF283E923E}"/>
              </a:ext>
            </a:extLst>
          </p:cNvPr>
          <p:cNvPicPr>
            <a:picLocks noChangeAspect="1"/>
          </p:cNvPicPr>
          <p:nvPr/>
        </p:nvPicPr>
        <p:blipFill rotWithShape="1">
          <a:blip r:embed="rId6" cstate="print"/>
          <a:srcRect r="8171" b="2"/>
          <a:stretch/>
        </p:blipFill>
        <p:spPr>
          <a:xfrm>
            <a:off x="8135453" y="3631646"/>
            <a:ext cx="2843021" cy="2066544"/>
          </a:xfrm>
          <a:prstGeom prst="rect">
            <a:avLst/>
          </a:prstGeom>
          <a:ln w="57150" cmpd="thickThin">
            <a:solidFill>
              <a:schemeClr val="tx1">
                <a:lumMod val="50000"/>
                <a:lumOff val="50000"/>
              </a:schemeClr>
            </a:solidFill>
            <a:miter lim="800000"/>
          </a:ln>
        </p:spPr>
      </p:pic>
      <p:pic>
        <p:nvPicPr>
          <p:cNvPr id="7" name="image9.png">
            <a:extLst>
              <a:ext uri="{FF2B5EF4-FFF2-40B4-BE49-F238E27FC236}">
                <a16:creationId xmlns:a16="http://schemas.microsoft.com/office/drawing/2014/main" id="{51D0F0A0-060C-5746-8BE1-AFE7BA607B67}"/>
              </a:ext>
            </a:extLst>
          </p:cNvPr>
          <p:cNvPicPr>
            <a:picLocks noGrp="1" noChangeAspect="1"/>
          </p:cNvPicPr>
          <p:nvPr>
            <p:ph idx="1"/>
          </p:nvPr>
        </p:nvPicPr>
        <p:blipFill>
          <a:blip r:embed="rId7" cstate="print"/>
          <a:stretch>
            <a:fillRect/>
          </a:stretch>
        </p:blipFill>
        <p:spPr>
          <a:xfrm>
            <a:off x="1950244" y="2660650"/>
            <a:ext cx="4813300" cy="3111500"/>
          </a:xfrm>
          <a:prstGeom prst="rect">
            <a:avLst/>
          </a:prstGeom>
        </p:spPr>
      </p:pic>
    </p:spTree>
    <p:extLst>
      <p:ext uri="{BB962C8B-B14F-4D97-AF65-F5344CB8AC3E}">
        <p14:creationId xmlns:p14="http://schemas.microsoft.com/office/powerpoint/2010/main" val="326349144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CF96ED-DB6D-0F91-1F7D-41ABCE72E55A}"/>
              </a:ext>
            </a:extLst>
          </p:cNvPr>
          <p:cNvSpPr>
            <a:spLocks noGrp="1"/>
          </p:cNvSpPr>
          <p:nvPr>
            <p:ph type="title"/>
          </p:nvPr>
        </p:nvSpPr>
        <p:spPr/>
        <p:txBody>
          <a:bodyPr>
            <a:normAutofit fontScale="90000"/>
          </a:bodyPr>
          <a:lstStyle/>
          <a:p>
            <a:r>
              <a:rPr lang="en-US" sz="4000" dirty="0"/>
              <a:t>Categorical Variable Relation</a:t>
            </a:r>
            <a:br>
              <a:rPr lang="en-IN" sz="1800" b="1" kern="0" dirty="0">
                <a:solidFill>
                  <a:srgbClr val="890A0A"/>
                </a:solidFill>
                <a:effectLst/>
                <a:latin typeface="Impact" panose="020B0806030902050204" pitchFamily="34" charset="0"/>
                <a:ea typeface="Times New Roman" panose="02020603050405020304" pitchFamily="18" charset="0"/>
                <a:cs typeface="Times New Roman" panose="02020603050405020304" pitchFamily="18" charset="0"/>
              </a:rPr>
            </a:br>
            <a:endParaRPr lang="en-US" dirty="0"/>
          </a:p>
        </p:txBody>
      </p:sp>
      <p:pic>
        <p:nvPicPr>
          <p:cNvPr id="6" name="image10.jpeg">
            <a:extLst>
              <a:ext uri="{FF2B5EF4-FFF2-40B4-BE49-F238E27FC236}">
                <a16:creationId xmlns:a16="http://schemas.microsoft.com/office/drawing/2014/main" id="{1E53BA0A-F171-1523-90AB-6A7040FAA28D}"/>
              </a:ext>
            </a:extLst>
          </p:cNvPr>
          <p:cNvPicPr preferRelativeResize="0">
            <a:picLocks noGrp="1"/>
          </p:cNvPicPr>
          <p:nvPr>
            <p:ph idx="1"/>
          </p:nvPr>
        </p:nvPicPr>
        <p:blipFill>
          <a:blip r:embed="rId2" cstate="print"/>
          <a:stretch>
            <a:fillRect/>
          </a:stretch>
        </p:blipFill>
        <p:spPr>
          <a:xfrm>
            <a:off x="2011686" y="1820863"/>
            <a:ext cx="8168627" cy="4389113"/>
          </a:xfrm>
          <a:prstGeom prst="rect">
            <a:avLst/>
          </a:prstGeom>
        </p:spPr>
      </p:pic>
    </p:spTree>
    <p:extLst>
      <p:ext uri="{BB962C8B-B14F-4D97-AF65-F5344CB8AC3E}">
        <p14:creationId xmlns:p14="http://schemas.microsoft.com/office/powerpoint/2010/main" val="151013990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3">
            <a:extLst>
              <a:ext uri="{FF2B5EF4-FFF2-40B4-BE49-F238E27FC236}">
                <a16:creationId xmlns:a16="http://schemas.microsoft.com/office/drawing/2014/main" id="{198DA3FD-72FB-CF6C-C485-A66E4F47EF42}"/>
              </a:ext>
            </a:extLst>
          </p:cNvPr>
          <p:cNvGrpSpPr>
            <a:grpSpLocks noChangeAspect="1"/>
          </p:cNvGrpSpPr>
          <p:nvPr/>
        </p:nvGrpSpPr>
        <p:grpSpPr bwMode="auto">
          <a:xfrm>
            <a:off x="801052" y="901065"/>
            <a:ext cx="9930448" cy="5296535"/>
            <a:chOff x="0" y="1796"/>
            <a:chExt cx="14507" cy="9004"/>
          </a:xfrm>
        </p:grpSpPr>
        <p:sp>
          <p:nvSpPr>
            <p:cNvPr id="5" name="Freeform 4">
              <a:extLst>
                <a:ext uri="{FF2B5EF4-FFF2-40B4-BE49-F238E27FC236}">
                  <a16:creationId xmlns:a16="http://schemas.microsoft.com/office/drawing/2014/main" id="{96BABE62-809F-64EE-34FD-D99EE635EE99}"/>
                </a:ext>
              </a:extLst>
            </p:cNvPr>
            <p:cNvSpPr>
              <a:spLocks noChangeAspect="1" noEditPoints="1" noChangeArrowheads="1" noChangeShapeType="1" noTextEdit="1"/>
            </p:cNvSpPr>
            <p:nvPr/>
          </p:nvSpPr>
          <p:spPr bwMode="auto">
            <a:xfrm>
              <a:off x="0" y="6320"/>
              <a:ext cx="707" cy="4480"/>
            </a:xfrm>
            <a:custGeom>
              <a:avLst/>
              <a:gdLst>
                <a:gd name="T0" fmla="*/ 0 w 707"/>
                <a:gd name="T1" fmla="+- 0 6320 6320"/>
                <a:gd name="T2" fmla="*/ 6320 h 4480"/>
                <a:gd name="T3" fmla="*/ 0 w 707"/>
                <a:gd name="T4" fmla="+- 0 10800 6320"/>
                <a:gd name="T5" fmla="*/ 10800 h 4480"/>
                <a:gd name="T6" fmla="*/ 707 w 707"/>
                <a:gd name="T7" fmla="+- 0 10800 6320"/>
                <a:gd name="T8" fmla="*/ 10800 h 4480"/>
                <a:gd name="T9" fmla="*/ 0 w 707"/>
                <a:gd name="T10" fmla="+- 0 6320 6320"/>
                <a:gd name="T11" fmla="*/ 6320 h 4480"/>
              </a:gdLst>
              <a:ahLst/>
              <a:cxnLst>
                <a:cxn ang="0">
                  <a:pos x="T0" y="T2"/>
                </a:cxn>
                <a:cxn ang="0">
                  <a:pos x="T3" y="T5"/>
                </a:cxn>
                <a:cxn ang="0">
                  <a:pos x="T6" y="T8"/>
                </a:cxn>
                <a:cxn ang="0">
                  <a:pos x="T9" y="T11"/>
                </a:cxn>
              </a:cxnLst>
              <a:rect l="0" t="0" r="r" b="b"/>
              <a:pathLst>
                <a:path w="707" h="4480">
                  <a:moveTo>
                    <a:pt x="0" y="0"/>
                  </a:moveTo>
                  <a:lnTo>
                    <a:pt x="0" y="4480"/>
                  </a:lnTo>
                  <a:lnTo>
                    <a:pt x="707" y="4480"/>
                  </a:lnTo>
                  <a:lnTo>
                    <a:pt x="0" y="0"/>
                  </a:lnTo>
                  <a:close/>
                </a:path>
              </a:pathLst>
            </a:custGeom>
            <a:solidFill>
              <a:srgbClr val="90C225">
                <a:alpha val="85097"/>
              </a:srgbClr>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GB"/>
            </a:p>
          </p:txBody>
        </p:sp>
        <p:pic>
          <p:nvPicPr>
            <p:cNvPr id="6" name="Picture 5">
              <a:extLst>
                <a:ext uri="{FF2B5EF4-FFF2-40B4-BE49-F238E27FC236}">
                  <a16:creationId xmlns:a16="http://schemas.microsoft.com/office/drawing/2014/main" id="{357B1C3D-8CC8-0B92-C556-A7E340900CBD}"/>
                </a:ext>
              </a:extLst>
            </p:cNvPr>
            <p:cNvPicPr>
              <a:picLocks noChangeAspect="1" noEditPoints="1" noChangeArrowheads="1" noChangeShapeType="1" noCrop="1"/>
            </p:cNvPicPr>
            <p:nvPr/>
          </p:nvPicPr>
          <p:blipFill>
            <a:blip r:embed="rId2">
              <a:extLst>
                <a:ext uri="{28A0092B-C50C-407E-A947-70E740481C1C}">
                  <a14:useLocalDpi xmlns:a14="http://schemas.microsoft.com/office/drawing/2010/main" val="0"/>
                </a:ext>
              </a:extLst>
            </a:blip>
            <a:srcRect/>
            <a:stretch>
              <a:fillRect/>
            </a:stretch>
          </p:blipFill>
          <p:spPr bwMode="auto">
            <a:xfrm>
              <a:off x="353" y="1796"/>
              <a:ext cx="14154" cy="68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Tree>
    <p:extLst>
      <p:ext uri="{BB962C8B-B14F-4D97-AF65-F5344CB8AC3E}">
        <p14:creationId xmlns:p14="http://schemas.microsoft.com/office/powerpoint/2010/main" val="394562992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12.jpeg">
            <a:extLst>
              <a:ext uri="{FF2B5EF4-FFF2-40B4-BE49-F238E27FC236}">
                <a16:creationId xmlns:a16="http://schemas.microsoft.com/office/drawing/2014/main" id="{0C598734-5736-C18B-D875-05000BE7C652}"/>
              </a:ext>
            </a:extLst>
          </p:cNvPr>
          <p:cNvPicPr>
            <a:picLocks noChangeAspect="1"/>
          </p:cNvPicPr>
          <p:nvPr/>
        </p:nvPicPr>
        <p:blipFill>
          <a:blip r:embed="rId3" cstate="print"/>
          <a:stretch>
            <a:fillRect/>
          </a:stretch>
        </p:blipFill>
        <p:spPr>
          <a:xfrm>
            <a:off x="1028700" y="698501"/>
            <a:ext cx="9010015" cy="5435600"/>
          </a:xfrm>
          <a:prstGeom prst="rect">
            <a:avLst/>
          </a:prstGeom>
        </p:spPr>
      </p:pic>
    </p:spTree>
    <p:extLst>
      <p:ext uri="{BB962C8B-B14F-4D97-AF65-F5344CB8AC3E}">
        <p14:creationId xmlns:p14="http://schemas.microsoft.com/office/powerpoint/2010/main" val="94029324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D240D6-54C0-A81B-C7E6-CC6F126CDA26}"/>
              </a:ext>
            </a:extLst>
          </p:cNvPr>
          <p:cNvSpPr>
            <a:spLocks noGrp="1"/>
          </p:cNvSpPr>
          <p:nvPr>
            <p:ph type="title"/>
          </p:nvPr>
        </p:nvSpPr>
        <p:spPr/>
        <p:txBody>
          <a:bodyPr>
            <a:normAutofit fontScale="90000"/>
          </a:bodyPr>
          <a:lstStyle/>
          <a:p>
            <a:r>
              <a:rPr lang="en-US" sz="4000" dirty="0"/>
              <a:t>Data Conversion &amp; Model Building</a:t>
            </a:r>
            <a:br>
              <a:rPr lang="en-IN" sz="1800" dirty="0">
                <a:effectLst/>
                <a:latin typeface="Impact" panose="020B0806030902050204" pitchFamily="34" charset="0"/>
                <a:ea typeface="Times New Roman" panose="02020603050405020304" pitchFamily="18" charset="0"/>
                <a:cs typeface="Times New Roman" panose="02020603050405020304" pitchFamily="18" charset="0"/>
              </a:rPr>
            </a:br>
            <a:endParaRPr lang="en-US" dirty="0"/>
          </a:p>
        </p:txBody>
      </p:sp>
      <p:sp>
        <p:nvSpPr>
          <p:cNvPr id="3" name="Content Placeholder 2">
            <a:extLst>
              <a:ext uri="{FF2B5EF4-FFF2-40B4-BE49-F238E27FC236}">
                <a16:creationId xmlns:a16="http://schemas.microsoft.com/office/drawing/2014/main" id="{FE2D93C9-599B-4C2F-CB08-FB5C34D11918}"/>
              </a:ext>
            </a:extLst>
          </p:cNvPr>
          <p:cNvSpPr>
            <a:spLocks noGrp="1"/>
          </p:cNvSpPr>
          <p:nvPr>
            <p:ph sz="half" idx="1"/>
          </p:nvPr>
        </p:nvSpPr>
        <p:spPr/>
        <p:txBody>
          <a:bodyPr>
            <a:normAutofit fontScale="70000" lnSpcReduction="20000"/>
          </a:bodyPr>
          <a:lstStyle/>
          <a:p>
            <a:pPr>
              <a:buFont typeface="Wingdings" pitchFamily="2" charset="2"/>
              <a:buChar char="§"/>
            </a:pPr>
            <a:r>
              <a:rPr lang="en-IN" dirty="0">
                <a:ln w="3175" cmpd="sng">
                  <a:noFill/>
                </a:ln>
                <a:latin typeface="+mj-lt"/>
                <a:ea typeface="+mj-ea"/>
                <a:cs typeface="+mj-cs"/>
              </a:rPr>
              <a:t>Numerical Variables are Normalised</a:t>
            </a:r>
          </a:p>
          <a:p>
            <a:pPr>
              <a:buFont typeface="Wingdings" pitchFamily="2" charset="2"/>
              <a:buChar char="§"/>
            </a:pPr>
            <a:r>
              <a:rPr lang="en-IN" dirty="0">
                <a:ln w="3175" cmpd="sng">
                  <a:noFill/>
                </a:ln>
                <a:latin typeface="+mj-lt"/>
                <a:ea typeface="+mj-ea"/>
                <a:cs typeface="+mj-cs"/>
              </a:rPr>
              <a:t>Dummy Variables are created for object type variables</a:t>
            </a:r>
          </a:p>
          <a:p>
            <a:pPr>
              <a:buFont typeface="Wingdings" pitchFamily="2" charset="2"/>
              <a:buChar char="§"/>
            </a:pPr>
            <a:r>
              <a:rPr lang="en-IN" dirty="0">
                <a:ln w="3175" cmpd="sng">
                  <a:noFill/>
                </a:ln>
                <a:latin typeface="+mj-lt"/>
                <a:ea typeface="+mj-ea"/>
                <a:cs typeface="+mj-cs"/>
              </a:rPr>
              <a:t>Total Rows for Analysis: 8792</a:t>
            </a:r>
          </a:p>
          <a:p>
            <a:pPr>
              <a:buFont typeface="Wingdings" pitchFamily="2" charset="2"/>
              <a:buChar char="§"/>
            </a:pPr>
            <a:r>
              <a:rPr lang="en-IN" dirty="0">
                <a:ln w="3175" cmpd="sng">
                  <a:noFill/>
                </a:ln>
                <a:latin typeface="+mj-lt"/>
                <a:ea typeface="+mj-ea"/>
                <a:cs typeface="+mj-cs"/>
              </a:rPr>
              <a:t>Total Columns for Analysis: 43</a:t>
            </a:r>
          </a:p>
          <a:p>
            <a:endParaRPr lang="en-US" dirty="0"/>
          </a:p>
        </p:txBody>
      </p:sp>
      <p:sp>
        <p:nvSpPr>
          <p:cNvPr id="4" name="Content Placeholder 3">
            <a:extLst>
              <a:ext uri="{FF2B5EF4-FFF2-40B4-BE49-F238E27FC236}">
                <a16:creationId xmlns:a16="http://schemas.microsoft.com/office/drawing/2014/main" id="{5C55147E-17FD-558C-E87D-F18C5B7E0513}"/>
              </a:ext>
            </a:extLst>
          </p:cNvPr>
          <p:cNvSpPr>
            <a:spLocks noGrp="1"/>
          </p:cNvSpPr>
          <p:nvPr>
            <p:ph sz="half" idx="2"/>
          </p:nvPr>
        </p:nvSpPr>
        <p:spPr/>
        <p:txBody>
          <a:bodyPr>
            <a:normAutofit fontScale="70000" lnSpcReduction="20000"/>
          </a:bodyPr>
          <a:lstStyle/>
          <a:p>
            <a:pPr>
              <a:buFont typeface="Wingdings" pitchFamily="2" charset="2"/>
              <a:buChar char="§"/>
            </a:pPr>
            <a:r>
              <a:rPr lang="en-IN" dirty="0">
                <a:ln w="3175" cmpd="sng">
                  <a:noFill/>
                </a:ln>
                <a:latin typeface="+mj-lt"/>
                <a:ea typeface="+mj-ea"/>
                <a:cs typeface="+mj-cs"/>
              </a:rPr>
              <a:t>Splitting the Data into Training and Testing Sets</a:t>
            </a:r>
          </a:p>
          <a:p>
            <a:pPr>
              <a:buFont typeface="Wingdings" pitchFamily="2" charset="2"/>
              <a:buChar char="§"/>
            </a:pPr>
            <a:r>
              <a:rPr lang="en-IN" dirty="0">
                <a:ln w="3175" cmpd="sng">
                  <a:noFill/>
                </a:ln>
                <a:latin typeface="+mj-lt"/>
                <a:ea typeface="+mj-ea"/>
                <a:cs typeface="+mj-cs"/>
              </a:rPr>
              <a:t>The first basic step for regression is performing a train-test split, we have chosen 70:30 ratio.</a:t>
            </a:r>
          </a:p>
          <a:p>
            <a:pPr>
              <a:buFont typeface="Wingdings" pitchFamily="2" charset="2"/>
              <a:buChar char="§"/>
            </a:pPr>
            <a:r>
              <a:rPr lang="en-IN" dirty="0">
                <a:ln w="3175" cmpd="sng">
                  <a:noFill/>
                </a:ln>
                <a:latin typeface="+mj-lt"/>
                <a:ea typeface="+mj-ea"/>
                <a:cs typeface="+mj-cs"/>
              </a:rPr>
              <a:t>Use RFE for Feature Selection</a:t>
            </a:r>
          </a:p>
          <a:p>
            <a:pPr>
              <a:buFont typeface="Wingdings" pitchFamily="2" charset="2"/>
              <a:buChar char="§"/>
            </a:pPr>
            <a:r>
              <a:rPr lang="en-IN" dirty="0">
                <a:ln w="3175" cmpd="sng">
                  <a:noFill/>
                </a:ln>
                <a:latin typeface="+mj-lt"/>
                <a:ea typeface="+mj-ea"/>
                <a:cs typeface="+mj-cs"/>
              </a:rPr>
              <a:t>Running RFE with 15 variables as output</a:t>
            </a:r>
          </a:p>
          <a:p>
            <a:pPr>
              <a:buFont typeface="Wingdings" pitchFamily="2" charset="2"/>
              <a:buChar char="§"/>
            </a:pPr>
            <a:r>
              <a:rPr lang="en-IN" dirty="0">
                <a:ln w="3175" cmpd="sng">
                  <a:noFill/>
                </a:ln>
                <a:latin typeface="+mj-lt"/>
                <a:ea typeface="+mj-ea"/>
                <a:cs typeface="+mj-cs"/>
              </a:rPr>
              <a:t>Building Model by removing the variable whose p- value is greater than 0.05 and </a:t>
            </a:r>
            <a:r>
              <a:rPr lang="en-IN" dirty="0" err="1">
                <a:ln w="3175" cmpd="sng">
                  <a:noFill/>
                </a:ln>
                <a:latin typeface="+mj-lt"/>
                <a:ea typeface="+mj-ea"/>
                <a:cs typeface="+mj-cs"/>
              </a:rPr>
              <a:t>vif</a:t>
            </a:r>
            <a:endParaRPr lang="en-IN" dirty="0">
              <a:ln w="3175" cmpd="sng">
                <a:noFill/>
              </a:ln>
              <a:latin typeface="+mj-lt"/>
              <a:ea typeface="+mj-ea"/>
              <a:cs typeface="+mj-cs"/>
            </a:endParaRPr>
          </a:p>
          <a:p>
            <a:pPr>
              <a:buFont typeface="Wingdings" pitchFamily="2" charset="2"/>
              <a:buChar char="§"/>
            </a:pPr>
            <a:r>
              <a:rPr lang="en-IN" dirty="0">
                <a:ln w="3175" cmpd="sng">
                  <a:noFill/>
                </a:ln>
                <a:latin typeface="+mj-lt"/>
                <a:ea typeface="+mj-ea"/>
                <a:cs typeface="+mj-cs"/>
              </a:rPr>
              <a:t>value is greater than 5</a:t>
            </a:r>
          </a:p>
          <a:p>
            <a:pPr>
              <a:buFont typeface="Wingdings" pitchFamily="2" charset="2"/>
              <a:buChar char="§"/>
            </a:pPr>
            <a:r>
              <a:rPr lang="en-IN" dirty="0">
                <a:ln w="3175" cmpd="sng">
                  <a:noFill/>
                </a:ln>
                <a:latin typeface="+mj-lt"/>
                <a:ea typeface="+mj-ea"/>
                <a:cs typeface="+mj-cs"/>
              </a:rPr>
              <a:t>Predictions on test data set</a:t>
            </a:r>
          </a:p>
          <a:p>
            <a:pPr>
              <a:buFont typeface="Wingdings" pitchFamily="2" charset="2"/>
              <a:buChar char="§"/>
            </a:pPr>
            <a:r>
              <a:rPr lang="en-IN" dirty="0">
                <a:ln w="3175" cmpd="sng">
                  <a:noFill/>
                </a:ln>
                <a:latin typeface="+mj-lt"/>
                <a:ea typeface="+mj-ea"/>
                <a:cs typeface="+mj-cs"/>
              </a:rPr>
              <a:t>Overall accuracy 81%</a:t>
            </a:r>
          </a:p>
          <a:p>
            <a:endParaRPr lang="en-US" dirty="0"/>
          </a:p>
        </p:txBody>
      </p:sp>
    </p:spTree>
    <p:extLst>
      <p:ext uri="{BB962C8B-B14F-4D97-AF65-F5344CB8AC3E}">
        <p14:creationId xmlns:p14="http://schemas.microsoft.com/office/powerpoint/2010/main" val="355356791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C6EEFC-0311-B130-C615-8BE3743F32E2}"/>
              </a:ext>
            </a:extLst>
          </p:cNvPr>
          <p:cNvSpPr>
            <a:spLocks noGrp="1"/>
          </p:cNvSpPr>
          <p:nvPr>
            <p:ph type="title"/>
          </p:nvPr>
        </p:nvSpPr>
        <p:spPr/>
        <p:txBody>
          <a:bodyPr/>
          <a:lstStyle/>
          <a:p>
            <a:r>
              <a:rPr lang="en-US" dirty="0"/>
              <a:t>ROC Curve</a:t>
            </a:r>
          </a:p>
        </p:txBody>
      </p:sp>
      <p:pic>
        <p:nvPicPr>
          <p:cNvPr id="5" name="Content Placeholder 4">
            <a:extLst>
              <a:ext uri="{FF2B5EF4-FFF2-40B4-BE49-F238E27FC236}">
                <a16:creationId xmlns:a16="http://schemas.microsoft.com/office/drawing/2014/main" id="{97E0E9D1-AB45-81AB-6DE1-D8765BBEEB5F}"/>
              </a:ext>
            </a:extLst>
          </p:cNvPr>
          <p:cNvPicPr>
            <a:picLocks noGrp="1" noChangeAspect="1" noEditPoints="1" noChangeArrowheads="1" noChangeShapeType="1" noCrop="1"/>
          </p:cNvPicPr>
          <p:nvPr>
            <p:ph sz="half" idx="1"/>
          </p:nvPr>
        </p:nvPicPr>
        <p:blipFill>
          <a:blip r:embed="rId2">
            <a:extLst>
              <a:ext uri="{28A0092B-C50C-407E-A947-70E740481C1C}">
                <a14:useLocalDpi xmlns:a14="http://schemas.microsoft.com/office/drawing/2010/main" val="0"/>
              </a:ext>
            </a:extLst>
          </a:blip>
          <a:srcRect/>
          <a:stretch>
            <a:fillRect/>
          </a:stretch>
        </p:blipFill>
        <p:spPr bwMode="auto">
          <a:xfrm>
            <a:off x="1481966" y="2560320"/>
            <a:ext cx="3741667" cy="3309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 name="image14.jpeg">
            <a:extLst>
              <a:ext uri="{FF2B5EF4-FFF2-40B4-BE49-F238E27FC236}">
                <a16:creationId xmlns:a16="http://schemas.microsoft.com/office/drawing/2014/main" id="{3AACFABA-CBE3-7289-9D24-E126D43747D1}"/>
              </a:ext>
            </a:extLst>
          </p:cNvPr>
          <p:cNvPicPr>
            <a:picLocks noGrp="1" noChangeAspect="1"/>
          </p:cNvPicPr>
          <p:nvPr>
            <p:ph sz="half" idx="2"/>
          </p:nvPr>
        </p:nvPicPr>
        <p:blipFill>
          <a:blip r:embed="rId3" cstate="print"/>
          <a:stretch>
            <a:fillRect/>
          </a:stretch>
        </p:blipFill>
        <p:spPr>
          <a:xfrm>
            <a:off x="6096000" y="2560320"/>
            <a:ext cx="4279900" cy="2755900"/>
          </a:xfrm>
          <a:prstGeom prst="rect">
            <a:avLst/>
          </a:prstGeom>
        </p:spPr>
      </p:pic>
    </p:spTree>
    <p:extLst>
      <p:ext uri="{BB962C8B-B14F-4D97-AF65-F5344CB8AC3E}">
        <p14:creationId xmlns:p14="http://schemas.microsoft.com/office/powerpoint/2010/main" val="178989459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9946C8-B54F-E934-BE6D-29BD957C2657}"/>
              </a:ext>
            </a:extLst>
          </p:cNvPr>
          <p:cNvSpPr>
            <a:spLocks noGrp="1"/>
          </p:cNvSpPr>
          <p:nvPr>
            <p:ph type="title"/>
          </p:nvPr>
        </p:nvSpPr>
        <p:spPr/>
        <p:txBody>
          <a:bodyPr/>
          <a:lstStyle/>
          <a:p>
            <a:r>
              <a:rPr lang="en-US" dirty="0"/>
              <a:t>Finding Optimal Cut off Point</a:t>
            </a:r>
          </a:p>
        </p:txBody>
      </p:sp>
      <p:sp>
        <p:nvSpPr>
          <p:cNvPr id="3" name="Content Placeholder 2">
            <a:extLst>
              <a:ext uri="{FF2B5EF4-FFF2-40B4-BE49-F238E27FC236}">
                <a16:creationId xmlns:a16="http://schemas.microsoft.com/office/drawing/2014/main" id="{E4E39C6E-89C1-8ADD-2D10-E57D1D812F25}"/>
              </a:ext>
            </a:extLst>
          </p:cNvPr>
          <p:cNvSpPr>
            <a:spLocks noGrp="1"/>
          </p:cNvSpPr>
          <p:nvPr>
            <p:ph idx="1"/>
          </p:nvPr>
        </p:nvSpPr>
        <p:spPr/>
        <p:txBody>
          <a:bodyPr>
            <a:normAutofit/>
          </a:bodyPr>
          <a:lstStyle/>
          <a:p>
            <a:r>
              <a:rPr lang="en-IN" sz="2600" dirty="0">
                <a:ln w="3175" cmpd="sng">
                  <a:noFill/>
                </a:ln>
                <a:latin typeface="+mj-lt"/>
                <a:ea typeface="+mj-ea"/>
                <a:cs typeface="+mj-cs"/>
              </a:rPr>
              <a:t>Optimal cut off probability is that</a:t>
            </a:r>
          </a:p>
          <a:p>
            <a:r>
              <a:rPr lang="en-IN" sz="2600" dirty="0">
                <a:ln w="3175" cmpd="sng">
                  <a:noFill/>
                </a:ln>
                <a:latin typeface="+mj-lt"/>
                <a:ea typeface="+mj-ea"/>
                <a:cs typeface="+mj-cs"/>
              </a:rPr>
              <a:t>Probability where we get balanced sensitivity and specificity.</a:t>
            </a:r>
          </a:p>
          <a:p>
            <a:r>
              <a:rPr lang="en-IN" sz="2600" dirty="0">
                <a:ln w="3175" cmpd="sng">
                  <a:noFill/>
                </a:ln>
                <a:latin typeface="+mj-lt"/>
                <a:ea typeface="+mj-ea"/>
                <a:cs typeface="+mj-cs"/>
              </a:rPr>
              <a:t> From the second graph it is visible that the optimal cut off is at 0.35</a:t>
            </a:r>
            <a:r>
              <a:rPr lang="en-IN" dirty="0">
                <a:effectLst/>
                <a:latin typeface="Helvetica Neue" panose="02000503000000020004" pitchFamily="2" charset="0"/>
              </a:rPr>
              <a:t>.</a:t>
            </a:r>
          </a:p>
        </p:txBody>
      </p:sp>
    </p:spTree>
    <p:extLst>
      <p:ext uri="{BB962C8B-B14F-4D97-AF65-F5344CB8AC3E}">
        <p14:creationId xmlns:p14="http://schemas.microsoft.com/office/powerpoint/2010/main" val="179771590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451880-CE91-3DFE-C41A-103902FB9455}"/>
              </a:ext>
            </a:extLst>
          </p:cNvPr>
          <p:cNvSpPr>
            <a:spLocks noGrp="1"/>
          </p:cNvSpPr>
          <p:nvPr>
            <p:ph type="title"/>
          </p:nvPr>
        </p:nvSpPr>
        <p:spPr/>
        <p:txBody>
          <a:bodyPr/>
          <a:lstStyle/>
          <a:p>
            <a:r>
              <a:rPr lang="en-US" dirty="0"/>
              <a:t>CONCLUSION</a:t>
            </a:r>
          </a:p>
        </p:txBody>
      </p:sp>
      <p:sp>
        <p:nvSpPr>
          <p:cNvPr id="3" name="Content Placeholder 2">
            <a:extLst>
              <a:ext uri="{FF2B5EF4-FFF2-40B4-BE49-F238E27FC236}">
                <a16:creationId xmlns:a16="http://schemas.microsoft.com/office/drawing/2014/main" id="{EA3E87DB-285E-0ADF-5E5D-89102D103452}"/>
              </a:ext>
            </a:extLst>
          </p:cNvPr>
          <p:cNvSpPr>
            <a:spLocks noGrp="1"/>
          </p:cNvSpPr>
          <p:nvPr>
            <p:ph idx="1"/>
          </p:nvPr>
        </p:nvSpPr>
        <p:spPr/>
        <p:txBody>
          <a:bodyPr>
            <a:normAutofit fontScale="55000" lnSpcReduction="20000"/>
          </a:bodyPr>
          <a:lstStyle/>
          <a:p>
            <a:pPr marL="0" marR="1643380" indent="0">
              <a:lnSpc>
                <a:spcPct val="97000"/>
              </a:lnSpc>
              <a:spcBef>
                <a:spcPts val="575"/>
              </a:spcBef>
              <a:spcAft>
                <a:spcPts val="1000"/>
              </a:spcAft>
              <a:buNone/>
            </a:pPr>
            <a:r>
              <a:rPr lang="en-US" sz="2400" dirty="0">
                <a:ln w="3175" cmpd="sng">
                  <a:noFill/>
                </a:ln>
                <a:latin typeface="+mj-lt"/>
                <a:ea typeface="+mj-ea"/>
                <a:cs typeface="+mj-cs"/>
              </a:rPr>
              <a:t>It was found that the variables that mattered the most in the potential buyers are (In descending order) :</a:t>
            </a:r>
          </a:p>
          <a:p>
            <a:pPr marL="514350" marR="1643380" indent="-514350">
              <a:lnSpc>
                <a:spcPct val="120000"/>
              </a:lnSpc>
              <a:spcBef>
                <a:spcPts val="575"/>
              </a:spcBef>
              <a:spcAft>
                <a:spcPts val="1000"/>
              </a:spcAft>
              <a:buFont typeface="+mj-lt"/>
              <a:buAutoNum type="romanUcPeriod"/>
            </a:pPr>
            <a:r>
              <a:rPr lang="en-US" sz="2400" dirty="0">
                <a:ln w="3175" cmpd="sng">
                  <a:noFill/>
                </a:ln>
                <a:latin typeface="+mj-lt"/>
                <a:ea typeface="+mj-ea"/>
                <a:cs typeface="+mj-cs"/>
              </a:rPr>
              <a:t>The total time spend on the Website.</a:t>
            </a:r>
            <a:endParaRPr lang="en-IN" sz="2400" dirty="0">
              <a:ln w="3175" cmpd="sng">
                <a:noFill/>
              </a:ln>
              <a:latin typeface="+mj-lt"/>
              <a:ea typeface="+mj-ea"/>
              <a:cs typeface="+mj-cs"/>
            </a:endParaRPr>
          </a:p>
          <a:p>
            <a:pPr marL="514350" indent="-514350">
              <a:lnSpc>
                <a:spcPct val="120000"/>
              </a:lnSpc>
              <a:spcBef>
                <a:spcPts val="805"/>
              </a:spcBef>
              <a:spcAft>
                <a:spcPts val="1000"/>
              </a:spcAft>
              <a:buFont typeface="+mj-lt"/>
              <a:buAutoNum type="romanUcPeriod"/>
              <a:tabLst>
                <a:tab pos="529590" algn="l"/>
              </a:tabLst>
            </a:pPr>
            <a:r>
              <a:rPr lang="en-US" sz="2400" dirty="0">
                <a:ln w="3175" cmpd="sng">
                  <a:noFill/>
                </a:ln>
                <a:latin typeface="+mj-lt"/>
                <a:ea typeface="+mj-ea"/>
                <a:cs typeface="+mj-cs"/>
              </a:rPr>
              <a:t>Total number of visits.</a:t>
            </a:r>
          </a:p>
          <a:p>
            <a:pPr marL="514350" indent="-514350">
              <a:lnSpc>
                <a:spcPct val="120000"/>
              </a:lnSpc>
              <a:spcBef>
                <a:spcPts val="805"/>
              </a:spcBef>
              <a:spcAft>
                <a:spcPts val="1000"/>
              </a:spcAft>
              <a:buFont typeface="+mj-lt"/>
              <a:buAutoNum type="romanUcPeriod"/>
              <a:tabLst>
                <a:tab pos="529590" algn="l"/>
              </a:tabLst>
            </a:pPr>
            <a:r>
              <a:rPr lang="en-US" sz="2400" dirty="0">
                <a:ln w="3175" cmpd="sng">
                  <a:noFill/>
                </a:ln>
                <a:latin typeface="+mj-lt"/>
                <a:ea typeface="+mj-ea"/>
                <a:cs typeface="+mj-cs"/>
              </a:rPr>
              <a:t>When the lead source was:</a:t>
            </a:r>
          </a:p>
          <a:p>
            <a:pPr marL="0" indent="0">
              <a:lnSpc>
                <a:spcPct val="115000"/>
              </a:lnSpc>
              <a:spcBef>
                <a:spcPts val="805"/>
              </a:spcBef>
              <a:spcAft>
                <a:spcPts val="1000"/>
              </a:spcAft>
              <a:buNone/>
              <a:tabLst>
                <a:tab pos="529590" algn="l"/>
              </a:tabLst>
            </a:pPr>
            <a:r>
              <a:rPr lang="en-US" sz="2400" dirty="0">
                <a:ln w="3175" cmpd="sng">
                  <a:noFill/>
                </a:ln>
                <a:latin typeface="+mj-lt"/>
                <a:ea typeface="+mj-ea"/>
                <a:cs typeface="+mj-cs"/>
              </a:rPr>
              <a:t>		(*) Google</a:t>
            </a:r>
          </a:p>
          <a:p>
            <a:pPr marL="0" indent="0">
              <a:lnSpc>
                <a:spcPct val="115000"/>
              </a:lnSpc>
              <a:spcBef>
                <a:spcPts val="805"/>
              </a:spcBef>
              <a:spcAft>
                <a:spcPts val="1000"/>
              </a:spcAft>
              <a:buNone/>
              <a:tabLst>
                <a:tab pos="529590" algn="l"/>
              </a:tabLst>
            </a:pPr>
            <a:r>
              <a:rPr lang="en-US" sz="2400" dirty="0">
                <a:ln w="3175" cmpd="sng">
                  <a:noFill/>
                </a:ln>
                <a:latin typeface="+mj-lt"/>
                <a:ea typeface="+mj-ea"/>
                <a:cs typeface="+mj-cs"/>
              </a:rPr>
              <a:t>		 (*) Direct traffic</a:t>
            </a:r>
          </a:p>
          <a:p>
            <a:pPr marL="0" indent="0">
              <a:lnSpc>
                <a:spcPct val="115000"/>
              </a:lnSpc>
              <a:spcBef>
                <a:spcPts val="805"/>
              </a:spcBef>
              <a:spcAft>
                <a:spcPts val="1000"/>
              </a:spcAft>
              <a:buNone/>
              <a:tabLst>
                <a:tab pos="529590" algn="l"/>
              </a:tabLst>
            </a:pPr>
            <a:r>
              <a:rPr lang="en-US" sz="2400" dirty="0">
                <a:ln w="3175" cmpd="sng">
                  <a:noFill/>
                </a:ln>
                <a:latin typeface="+mj-lt"/>
                <a:ea typeface="+mj-ea"/>
                <a:cs typeface="+mj-cs"/>
              </a:rPr>
              <a:t>		 (*) Organic search</a:t>
            </a:r>
          </a:p>
          <a:p>
            <a:pPr marL="0" indent="0">
              <a:lnSpc>
                <a:spcPct val="115000"/>
              </a:lnSpc>
              <a:spcBef>
                <a:spcPts val="805"/>
              </a:spcBef>
              <a:spcAft>
                <a:spcPts val="1000"/>
              </a:spcAft>
              <a:buNone/>
              <a:tabLst>
                <a:tab pos="529590" algn="l"/>
              </a:tabLst>
            </a:pPr>
            <a:r>
              <a:rPr lang="en-US" sz="2400" dirty="0">
                <a:ln w="3175" cmpd="sng">
                  <a:noFill/>
                </a:ln>
                <a:latin typeface="+mj-lt"/>
                <a:ea typeface="+mj-ea"/>
                <a:cs typeface="+mj-cs"/>
              </a:rPr>
              <a:t>		 (*) </a:t>
            </a:r>
            <a:r>
              <a:rPr lang="en-US" sz="2400" dirty="0" err="1">
                <a:ln w="3175" cmpd="sng">
                  <a:noFill/>
                </a:ln>
                <a:latin typeface="+mj-lt"/>
                <a:ea typeface="+mj-ea"/>
                <a:cs typeface="+mj-cs"/>
              </a:rPr>
              <a:t>Welingak</a:t>
            </a:r>
            <a:r>
              <a:rPr lang="en-US" sz="2400" dirty="0">
                <a:ln w="3175" cmpd="sng">
                  <a:noFill/>
                </a:ln>
                <a:latin typeface="+mj-lt"/>
                <a:ea typeface="+mj-ea"/>
                <a:cs typeface="+mj-cs"/>
              </a:rPr>
              <a:t> website</a:t>
            </a:r>
            <a:endParaRPr lang="en-IN" sz="2400" dirty="0">
              <a:ln w="3175" cmpd="sng">
                <a:noFill/>
              </a:ln>
              <a:latin typeface="+mj-lt"/>
              <a:ea typeface="+mj-ea"/>
              <a:cs typeface="+mj-cs"/>
            </a:endParaRPr>
          </a:p>
          <a:p>
            <a:pPr marL="0" indent="0">
              <a:lnSpc>
                <a:spcPct val="120000"/>
              </a:lnSpc>
              <a:spcBef>
                <a:spcPts val="805"/>
              </a:spcBef>
              <a:spcAft>
                <a:spcPts val="1000"/>
              </a:spcAft>
              <a:buNone/>
              <a:tabLst>
                <a:tab pos="529590" algn="l"/>
              </a:tabLst>
            </a:pPr>
            <a:endParaRPr lang="en-US" sz="2400" dirty="0">
              <a:ln w="3175" cmpd="sng">
                <a:noFill/>
              </a:ln>
              <a:latin typeface="+mj-lt"/>
              <a:ea typeface="+mj-ea"/>
              <a:cs typeface="+mj-cs"/>
            </a:endParaRPr>
          </a:p>
          <a:p>
            <a:endParaRPr lang="en-US" dirty="0"/>
          </a:p>
        </p:txBody>
      </p:sp>
    </p:spTree>
    <p:extLst>
      <p:ext uri="{BB962C8B-B14F-4D97-AF65-F5344CB8AC3E}">
        <p14:creationId xmlns:p14="http://schemas.microsoft.com/office/powerpoint/2010/main" val="120376563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02748115-F337-3D50-EEE7-6C2C6823DA29}"/>
              </a:ext>
            </a:extLst>
          </p:cNvPr>
          <p:cNvSpPr txBox="1"/>
          <p:nvPr/>
        </p:nvSpPr>
        <p:spPr>
          <a:xfrm>
            <a:off x="1524000" y="1041400"/>
            <a:ext cx="184731" cy="369332"/>
          </a:xfrm>
          <a:prstGeom prst="rect">
            <a:avLst/>
          </a:prstGeom>
          <a:noFill/>
        </p:spPr>
        <p:txBody>
          <a:bodyPr wrap="square" rtlCol="0">
            <a:spAutoFit/>
          </a:bodyPr>
          <a:lstStyle/>
          <a:p>
            <a:endParaRPr lang="en-US" dirty="0"/>
          </a:p>
        </p:txBody>
      </p:sp>
      <p:sp>
        <p:nvSpPr>
          <p:cNvPr id="5" name="Title 4">
            <a:extLst>
              <a:ext uri="{FF2B5EF4-FFF2-40B4-BE49-F238E27FC236}">
                <a16:creationId xmlns:a16="http://schemas.microsoft.com/office/drawing/2014/main" id="{59F8B665-4B90-FF3D-192E-781E9347300E}"/>
              </a:ext>
            </a:extLst>
          </p:cNvPr>
          <p:cNvSpPr>
            <a:spLocks noGrp="1"/>
          </p:cNvSpPr>
          <p:nvPr>
            <p:ph type="title"/>
          </p:nvPr>
        </p:nvSpPr>
        <p:spPr/>
        <p:txBody>
          <a:bodyPr/>
          <a:lstStyle/>
          <a:p>
            <a:endParaRPr lang="en-US" dirty="0"/>
          </a:p>
        </p:txBody>
      </p:sp>
      <p:sp>
        <p:nvSpPr>
          <p:cNvPr id="6" name="Content Placeholder 5">
            <a:extLst>
              <a:ext uri="{FF2B5EF4-FFF2-40B4-BE49-F238E27FC236}">
                <a16:creationId xmlns:a16="http://schemas.microsoft.com/office/drawing/2014/main" id="{8522BDD6-A676-610F-7EFB-DED70F49AC39}"/>
              </a:ext>
            </a:extLst>
          </p:cNvPr>
          <p:cNvSpPr>
            <a:spLocks noGrp="1"/>
          </p:cNvSpPr>
          <p:nvPr>
            <p:ph idx="1"/>
          </p:nvPr>
        </p:nvSpPr>
        <p:spPr/>
        <p:txBody>
          <a:bodyPr>
            <a:normAutofit fontScale="92500"/>
          </a:bodyPr>
          <a:lstStyle/>
          <a:p>
            <a:pPr marL="186690">
              <a:lnSpc>
                <a:spcPts val="2255"/>
              </a:lnSpc>
              <a:spcBef>
                <a:spcPts val="965"/>
              </a:spcBef>
              <a:spcAft>
                <a:spcPts val="1000"/>
              </a:spcAft>
              <a:tabLst>
                <a:tab pos="529590" algn="l"/>
              </a:tabLst>
            </a:pPr>
            <a:r>
              <a:rPr lang="en-US" dirty="0">
                <a:ln w="3175" cmpd="sng">
                  <a:noFill/>
                </a:ln>
                <a:latin typeface="+mj-lt"/>
                <a:ea typeface="+mj-ea"/>
                <a:cs typeface="+mj-cs"/>
              </a:rPr>
              <a:t>When the last activity was:</a:t>
            </a:r>
            <a:endParaRPr lang="en-IN" dirty="0">
              <a:ln w="3175" cmpd="sng">
                <a:noFill/>
              </a:ln>
              <a:latin typeface="+mj-lt"/>
              <a:ea typeface="+mj-ea"/>
              <a:cs typeface="+mj-cs"/>
            </a:endParaRPr>
          </a:p>
          <a:p>
            <a:pPr marL="342900" lvl="0" indent="-342900">
              <a:lnSpc>
                <a:spcPts val="2085"/>
              </a:lnSpc>
              <a:buClr>
                <a:srgbClr val="404040"/>
              </a:buClr>
              <a:buSzPts val="1800"/>
              <a:buFont typeface="Calibri" panose="020F0502020204030204" pitchFamily="34" charset="0"/>
              <a:buAutoNum type="alphaLcPeriod"/>
              <a:tabLst>
                <a:tab pos="749300" algn="l"/>
              </a:tabLst>
            </a:pPr>
            <a:r>
              <a:rPr lang="en-US" sz="1600" dirty="0">
                <a:ln w="3175" cmpd="sng">
                  <a:noFill/>
                </a:ln>
                <a:latin typeface="+mj-lt"/>
                <a:ea typeface="+mj-ea"/>
                <a:cs typeface="+mj-cs"/>
              </a:rPr>
              <a:t>SMS</a:t>
            </a:r>
            <a:endParaRPr lang="en-IN" sz="1600" dirty="0">
              <a:ln w="3175" cmpd="sng">
                <a:noFill/>
              </a:ln>
              <a:latin typeface="+mj-lt"/>
              <a:ea typeface="+mj-ea"/>
              <a:cs typeface="+mj-cs"/>
            </a:endParaRPr>
          </a:p>
          <a:p>
            <a:pPr marL="342900" lvl="0" indent="-342900">
              <a:lnSpc>
                <a:spcPts val="2180"/>
              </a:lnSpc>
              <a:spcAft>
                <a:spcPts val="1000"/>
              </a:spcAft>
              <a:buClr>
                <a:srgbClr val="404040"/>
              </a:buClr>
              <a:buSzPts val="1800"/>
              <a:buFont typeface="Calibri" panose="020F0502020204030204" pitchFamily="34" charset="0"/>
              <a:buAutoNum type="alphaLcPeriod"/>
              <a:tabLst>
                <a:tab pos="760095" algn="l"/>
              </a:tabLst>
            </a:pPr>
            <a:r>
              <a:rPr lang="en-US" sz="1600" dirty="0">
                <a:ln w="3175" cmpd="sng">
                  <a:noFill/>
                </a:ln>
                <a:latin typeface="+mj-lt"/>
                <a:ea typeface="+mj-ea"/>
                <a:cs typeface="+mj-cs"/>
              </a:rPr>
              <a:t>Olark chat conversation</a:t>
            </a:r>
          </a:p>
          <a:p>
            <a:pPr marL="186690">
              <a:lnSpc>
                <a:spcPts val="2255"/>
              </a:lnSpc>
              <a:spcBef>
                <a:spcPts val="965"/>
              </a:spcBef>
              <a:spcAft>
                <a:spcPts val="1000"/>
              </a:spcAft>
              <a:tabLst>
                <a:tab pos="529590" algn="l"/>
              </a:tabLst>
            </a:pPr>
            <a:r>
              <a:rPr lang="en-IN" dirty="0">
                <a:ln w="3175" cmpd="sng">
                  <a:noFill/>
                </a:ln>
                <a:latin typeface="+mj-lt"/>
                <a:ea typeface="+mj-ea"/>
                <a:cs typeface="+mj-cs"/>
              </a:rPr>
              <a:t>When the lead origin is Lead add format.</a:t>
            </a:r>
          </a:p>
          <a:p>
            <a:pPr marL="186690">
              <a:lnSpc>
                <a:spcPts val="2255"/>
              </a:lnSpc>
              <a:spcBef>
                <a:spcPts val="965"/>
              </a:spcBef>
              <a:spcAft>
                <a:spcPts val="1000"/>
              </a:spcAft>
              <a:tabLst>
                <a:tab pos="529590" algn="l"/>
              </a:tabLst>
            </a:pPr>
            <a:r>
              <a:rPr lang="en-IN" dirty="0">
                <a:ln w="3175" cmpd="sng">
                  <a:noFill/>
                </a:ln>
                <a:latin typeface="+mj-lt"/>
                <a:ea typeface="+mj-ea"/>
                <a:cs typeface="+mj-cs"/>
              </a:rPr>
              <a:t>When their current occupation is as a working professional.</a:t>
            </a:r>
          </a:p>
          <a:p>
            <a:pPr marL="0" indent="0">
              <a:lnSpc>
                <a:spcPts val="2255"/>
              </a:lnSpc>
              <a:spcBef>
                <a:spcPts val="965"/>
              </a:spcBef>
              <a:spcAft>
                <a:spcPts val="1000"/>
              </a:spcAft>
              <a:buNone/>
              <a:tabLst>
                <a:tab pos="529590" algn="l"/>
              </a:tabLst>
            </a:pPr>
            <a:r>
              <a:rPr lang="en-US" dirty="0">
                <a:ln w="3175" cmpd="sng">
                  <a:noFill/>
                </a:ln>
                <a:latin typeface="+mj-lt"/>
                <a:ea typeface="+mj-ea"/>
                <a:cs typeface="+mj-cs"/>
              </a:rPr>
              <a:t>Keeping these in mind the X Education can flourish as they have a very high chance to get almost all the potential buyers to change their mind and buy their courses.</a:t>
            </a:r>
            <a:endParaRPr lang="en-IN" dirty="0">
              <a:ln w="3175" cmpd="sng">
                <a:noFill/>
              </a:ln>
              <a:latin typeface="+mj-lt"/>
              <a:ea typeface="+mj-ea"/>
              <a:cs typeface="+mj-cs"/>
            </a:endParaRPr>
          </a:p>
          <a:p>
            <a:pPr marL="0" indent="0">
              <a:lnSpc>
                <a:spcPts val="2255"/>
              </a:lnSpc>
              <a:spcBef>
                <a:spcPts val="965"/>
              </a:spcBef>
              <a:spcAft>
                <a:spcPts val="1000"/>
              </a:spcAft>
              <a:buNone/>
              <a:tabLst>
                <a:tab pos="529590" algn="l"/>
              </a:tabLst>
            </a:pPr>
            <a:endParaRPr lang="en-IN" dirty="0">
              <a:ln w="3175" cmpd="sng">
                <a:noFill/>
              </a:ln>
              <a:latin typeface="+mj-lt"/>
              <a:ea typeface="+mj-ea"/>
              <a:cs typeface="+mj-cs"/>
            </a:endParaRPr>
          </a:p>
          <a:p>
            <a:pPr marL="0" lvl="0" indent="0">
              <a:lnSpc>
                <a:spcPts val="2180"/>
              </a:lnSpc>
              <a:spcAft>
                <a:spcPts val="1000"/>
              </a:spcAft>
              <a:buClr>
                <a:srgbClr val="404040"/>
              </a:buClr>
              <a:buSzPts val="1800"/>
              <a:buNone/>
              <a:tabLst>
                <a:tab pos="760095" algn="l"/>
              </a:tabLst>
            </a:pPr>
            <a:endParaRPr lang="en-IN" sz="2000" dirty="0">
              <a:ln w="3175" cmpd="sng">
                <a:noFill/>
              </a:ln>
              <a:latin typeface="+mj-lt"/>
              <a:ea typeface="+mj-ea"/>
              <a:cs typeface="+mj-cs"/>
            </a:endParaRPr>
          </a:p>
          <a:p>
            <a:endParaRPr lang="en-US" dirty="0"/>
          </a:p>
        </p:txBody>
      </p:sp>
    </p:spTree>
    <p:extLst>
      <p:ext uri="{BB962C8B-B14F-4D97-AF65-F5344CB8AC3E}">
        <p14:creationId xmlns:p14="http://schemas.microsoft.com/office/powerpoint/2010/main" val="4027645940"/>
      </p:ext>
    </p:extLst>
  </p:cSld>
  <p:clrMapOvr>
    <a:masterClrMapping/>
  </p:clrMapOvr>
</p:sld>
</file>

<file path=ppt/theme/_rels/them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theme1.xml><?xml version="1.0" encoding="utf-8"?>
<a:theme xmlns:a="http://schemas.openxmlformats.org/drawingml/2006/main" name="Organic">
  <a:themeElements>
    <a:clrScheme name="Organic">
      <a:dk1>
        <a:sysClr val="windowText" lastClr="000000"/>
      </a:dk1>
      <a:lt1>
        <a:sysClr val="window" lastClr="FFFFFF"/>
      </a:lt1>
      <a:dk2>
        <a:srgbClr val="212121"/>
      </a:dk2>
      <a:lt2>
        <a:srgbClr val="DADADA"/>
      </a:lt2>
      <a:accent1>
        <a:srgbClr val="83992A"/>
      </a:accent1>
      <a:accent2>
        <a:srgbClr val="3C9770"/>
      </a:accent2>
      <a:accent3>
        <a:srgbClr val="44709D"/>
      </a:accent3>
      <a:accent4>
        <a:srgbClr val="A23C33"/>
      </a:accent4>
      <a:accent5>
        <a:srgbClr val="D97828"/>
      </a:accent5>
      <a:accent6>
        <a:srgbClr val="DEB340"/>
      </a:accent6>
      <a:hlink>
        <a:srgbClr val="A8BF4D"/>
      </a:hlink>
      <a:folHlink>
        <a:srgbClr val="B4CA80"/>
      </a:folHlink>
    </a:clrScheme>
    <a:fontScheme name="Organic">
      <a:majorFont>
        <a:latin typeface="Garamond" panose="02020404030301010803"/>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Garamond" panose="02020404030301010803"/>
        <a:ea typeface=""/>
        <a:cs typeface=""/>
        <a:font script="Jpan" typeface="ＭＳ Ｐ明朝"/>
        <a:font script="Hang" typeface="바탕"/>
        <a:font script="Hans" typeface="方正舒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Organic">
      <a:fillStyleLst>
        <a:solidFill>
          <a:schemeClr val="phClr"/>
        </a:solidFill>
        <a:gradFill rotWithShape="1">
          <a:gsLst>
            <a:gs pos="0">
              <a:schemeClr val="phClr">
                <a:tint val="60000"/>
                <a:lumMod val="110000"/>
              </a:schemeClr>
            </a:gs>
            <a:gs pos="100000">
              <a:schemeClr val="phClr">
                <a:tint val="82000"/>
              </a:schemeClr>
            </a:gs>
          </a:gsLst>
          <a:lin ang="5400000" scaled="0"/>
        </a:gradFill>
        <a:blipFill>
          <a:blip xmlns:r="http://schemas.openxmlformats.org/officeDocument/2006/relationships" r:embed="rId1">
            <a:duotone>
              <a:schemeClr val="phClr">
                <a:shade val="74000"/>
                <a:satMod val="130000"/>
                <a:lumMod val="90000"/>
              </a:schemeClr>
              <a:schemeClr val="phClr">
                <a:tint val="94000"/>
                <a:satMod val="120000"/>
                <a:lumMod val="104000"/>
              </a:schemeClr>
            </a:duotone>
          </a:blip>
          <a:tile tx="0" ty="0" sx="100000" sy="100000" flip="none" algn="tl"/>
        </a:blipFill>
      </a:fillStyleLst>
      <a:lnStyleLst>
        <a:ln w="9525"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innerShdw blurRad="25400" dist="12700" dir="13500000">
              <a:srgbClr val="000000">
                <a:alpha val="45000"/>
              </a:srgbClr>
            </a:innerShdw>
          </a:effectLst>
        </a:effectStyle>
        <a:effectStyle>
          <a:effectLst>
            <a:outerShdw blurRad="38100" dist="25400" dir="5400000" rotWithShape="0">
              <a:srgbClr val="000000">
                <a:alpha val="60000"/>
              </a:srgbClr>
            </a:outerShdw>
          </a:effectLst>
        </a:effectStyle>
      </a:effectStyleLst>
      <a:bgFillStyleLst>
        <a:solidFill>
          <a:schemeClr val="phClr"/>
        </a:solidFill>
        <a:gradFill rotWithShape="1">
          <a:gsLst>
            <a:gs pos="0">
              <a:schemeClr val="phClr">
                <a:tint val="90000"/>
                <a:lumMod val="110000"/>
              </a:schemeClr>
            </a:gs>
            <a:gs pos="100000">
              <a:schemeClr val="phClr">
                <a:shade val="88000"/>
                <a:lumMod val="98000"/>
              </a:schemeClr>
            </a:gs>
          </a:gsLst>
          <a:lin ang="5400000" scaled="0"/>
        </a:gradFill>
        <a:blipFill>
          <a:blip xmlns:r="http://schemas.openxmlformats.org/officeDocument/2006/relationships" r:embed="rId2"/>
          <a:stretch/>
        </a:blipFill>
      </a:bgFillStyleLst>
    </a:fmtScheme>
  </a:themeElements>
  <a:objectDefaults/>
  <a:extraClrSchemeLst/>
  <a:extLst>
    <a:ext uri="{05A4C25C-085E-4340-85A3-A5531E510DB2}">
      <thm15:themeFamily xmlns:thm15="http://schemas.microsoft.com/office/thememl/2012/main" name="Organic" id="{28CDC826-8792-45C0-861B-85EB3ADEDA33}" vid="{7DAC20F1-423D-49E2-BD0B-50532748BAD0}"/>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{4A582235-190E-F544-86EF-1BC207895692}tf10001064</Template>
  <TotalTime>52</TotalTime>
  <Words>687</Words>
  <Application>Microsoft Macintosh PowerPoint</Application>
  <PresentationFormat>Widescreen</PresentationFormat>
  <Paragraphs>69</Paragraphs>
  <Slides>15</Slides>
  <Notes>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15</vt:i4>
      </vt:variant>
    </vt:vector>
  </HeadingPairs>
  <TitlesOfParts>
    <vt:vector size="22" baseType="lpstr">
      <vt:lpstr>Arial</vt:lpstr>
      <vt:lpstr>Calibri</vt:lpstr>
      <vt:lpstr>Garamond</vt:lpstr>
      <vt:lpstr>Helvetica Neue</vt:lpstr>
      <vt:lpstr>Impact</vt:lpstr>
      <vt:lpstr>Wingdings</vt:lpstr>
      <vt:lpstr>Organic</vt:lpstr>
      <vt:lpstr>Lead score case study</vt:lpstr>
      <vt:lpstr>Problem Statement</vt:lpstr>
      <vt:lpstr>Business Objective:</vt:lpstr>
      <vt:lpstr>Solution Methodology</vt:lpstr>
      <vt:lpstr>Data Manipulation</vt:lpstr>
      <vt:lpstr>EDA</vt:lpstr>
      <vt:lpstr>PowerPoint Presentation</vt:lpstr>
      <vt:lpstr>Categorical Variable Relation </vt:lpstr>
      <vt:lpstr>PowerPoint Presentation</vt:lpstr>
      <vt:lpstr>PowerPoint Presentation</vt:lpstr>
      <vt:lpstr>Data Conversion &amp; Model Building </vt:lpstr>
      <vt:lpstr>ROC Curve</vt:lpstr>
      <vt:lpstr>Finding Optimal Cut off Point</vt:lpstr>
      <vt:lpstr>CONCLUSION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Lead score case study</dc:title>
  <dc:creator>Abhishek Kumar</dc:creator>
  <cp:lastModifiedBy>Abhishek Kumar</cp:lastModifiedBy>
  <cp:revision>3</cp:revision>
  <dcterms:created xsi:type="dcterms:W3CDTF">2023-01-24T17:25:00Z</dcterms:created>
  <dcterms:modified xsi:type="dcterms:W3CDTF">2023-01-24T18:17:19Z</dcterms:modified>
</cp:coreProperties>
</file>